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E4F031-AB85-6303-01AC-4C09684EF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F738A22-5A02-8922-0313-6518294C94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0CABBB-D400-C599-91DC-5BF444000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81FF-4F78-4CD1-AC2F-F6ED97D2D6A2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0F82EF-6009-9F3B-50B2-37148B622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19CF8B-7083-BE9B-C64A-57F49A39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07DC-A5A9-44A7-A43D-3EF308116C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673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D7219D-03F8-1DE8-80FE-C833BBCAB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B7D76E-D39C-1CCC-BC3B-23B6688F7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86265B-F246-5528-2BAE-021FC3C27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81FF-4F78-4CD1-AC2F-F6ED97D2D6A2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E221AA-A25B-145A-EB6F-E4B7A1A78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53EF52-55B7-7300-0565-0910B328D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07DC-A5A9-44A7-A43D-3EF308116C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582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A13B15-22DB-5985-4D60-F7AABCBFE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C491E2-2B3F-8A3B-99C7-D1A936E46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371428-FF7A-058C-5E41-242B336B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81FF-4F78-4CD1-AC2F-F6ED97D2D6A2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8E7047-2592-C903-F2D1-B86FC1B3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EC5BBD-B9FC-D204-F0E5-6925EBAC3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07DC-A5A9-44A7-A43D-3EF308116C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14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0DF7F8-4C0C-F081-72A3-70C9E486C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309365-6393-E9BB-B499-4CABF7FC1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0B12F1-8941-A9FB-1F80-54AC2D2AD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B5C5A9-122C-03A0-30AC-C7E6142B4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81FF-4F78-4CD1-AC2F-F6ED97D2D6A2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FEE23F-66B2-48D0-FCA7-536DFF6C5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3C1AE8-8DBF-0693-BEF6-9D23177F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07DC-A5A9-44A7-A43D-3EF308116C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482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BAA6A1-E41B-3BD0-C3DB-7E6731808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37F8A8-7F82-7D1D-85AA-3E605A236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AD9922-2E13-052E-375E-B9D85DC75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C65F3C-91F5-0810-1C44-5868BA54A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53DB42-152E-7B56-C3CE-9683E9CF75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07EB203-E29C-420C-29B1-7FF3304AC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81FF-4F78-4CD1-AC2F-F6ED97D2D6A2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63C1A4-B130-170E-6B5C-F28034A93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4389DB-99D5-22D5-F495-9A3B5CC92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07DC-A5A9-44A7-A43D-3EF308116C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636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C550B-8550-5CCB-F19C-651112CD8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93B34C-DF73-3193-DA13-933121410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81FF-4F78-4CD1-AC2F-F6ED97D2D6A2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E5E4E1F-30F4-DA44-4B89-6C4313F6B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5DB0AA-C953-C099-663C-6862959A4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07DC-A5A9-44A7-A43D-3EF308116C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847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D344DF-170D-AF83-14BB-360A24DCC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81FF-4F78-4CD1-AC2F-F6ED97D2D6A2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4AEA0E-E3B8-0668-35B4-577045C5B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805FA7-F8AC-E5AF-D80F-9FDCC0A43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07DC-A5A9-44A7-A43D-3EF308116C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40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D6D54-5BFF-90F8-90CB-27EA823DB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3A9035-E9CB-B8E2-4C9A-16C6141A7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8D7E7C-049A-6543-70BA-65D42869D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0C9B8A-EED9-FA37-4038-6DA853EF3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81FF-4F78-4CD1-AC2F-F6ED97D2D6A2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AD6E94-3FC3-B2C9-AFBE-42D81CA60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AB63AF-EC08-A822-78F9-3DB9FEA2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07DC-A5A9-44A7-A43D-3EF308116C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021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0FF13-5316-D5D1-F884-E9F88D0F2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EDD7929-A398-468E-E1A0-FFCC549001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28174C-72C0-1004-F751-A67191704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E1F7B7-C099-EB22-5E96-494AE212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81FF-4F78-4CD1-AC2F-F6ED97D2D6A2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81AB26-3CE7-2041-4601-037CD766F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25D64C-3109-91FD-B4D1-5C743550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07DC-A5A9-44A7-A43D-3EF308116C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250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BCC8EA-6B30-F55F-C990-AB0ED29D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8D977B-4842-613A-E785-DF66A955F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660E0B-9875-1C8B-8A5A-D40A7F070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81FF-4F78-4CD1-AC2F-F6ED97D2D6A2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52D248-20C4-C72D-ABDC-6A3EF8A4B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C9AC2A-BC6F-1706-ECD6-BE677A90B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07DC-A5A9-44A7-A43D-3EF308116C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038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5A7BB4-24AD-9AD5-5C59-CB5C492B76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F3D8FC-71DC-69C4-835A-E779C4BB5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72C858-D845-9991-26D0-4B41E64DA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281FF-4F78-4CD1-AC2F-F6ED97D2D6A2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0E075C-3462-D1A3-BBE4-2AD897DCC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D10DBE-B180-7281-D66A-B075FE02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07DC-A5A9-44A7-A43D-3EF308116C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573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02A8EBD-2E87-47F9-C949-0F556AA2D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7E0CF6-B52D-00F2-A265-719E13D45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EEFFFE-021F-4BF7-47D9-E9535E9914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281FF-4F78-4CD1-AC2F-F6ED97D2D6A2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064667-8DD9-6215-2538-08EE3ED9C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55C6E6-8E9C-2D87-BECC-835F4CF18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C07DC-A5A9-44A7-A43D-3EF308116C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443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-0002" descr="{&quot;source_deck&quot;:&quot;party-semantic-editable.pptx&quot;,&quot;source_slide&quot;:1,&quot;source_shape_id&quot;:2,&quot;category&quot;:&quot;backgrounds&quot;,&quot;id&quot;:&quot;background-0002&quot;}">
            <a:extLst>
              <a:ext uri="{FF2B5EF4-FFF2-40B4-BE49-F238E27FC236}">
                <a16:creationId xmlns:a16="http://schemas.microsoft.com/office/drawing/2014/main" id="{7CAE3744-76F0-71C8-B1E0-FA4FEDD4C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33" y="952500"/>
            <a:ext cx="8805333" cy="4953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33626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-0001" descr="{&quot;source_deck&quot;:&quot;rebuilt-slide-02.pptx&quot;,&quot;source_slide&quot;:1,&quot;source_shape_id&quot;:2,&quot;category&quot;:&quot;backgrounds&quot;,&quot;id&quot;:&quot;background-0001&quot;}">
            <a:extLst>
              <a:ext uri="{FF2B5EF4-FFF2-40B4-BE49-F238E27FC236}">
                <a16:creationId xmlns:a16="http://schemas.microsoft.com/office/drawing/2014/main" id="{3AD8997B-753B-9789-A00E-05C2040BE3B4}"/>
              </a:ext>
            </a:extLst>
          </p:cNvPr>
          <p:cNvSpPr>
            <a:spLocks noChangeAspect="1"/>
          </p:cNvSpPr>
          <p:nvPr/>
        </p:nvSpPr>
        <p:spPr>
          <a:xfrm>
            <a:off x="1695673" y="952500"/>
            <a:ext cx="8800654" cy="495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22619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ckground-0002"/>
  <p:tag name="CATEGORY" val="background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ckground-0001"/>
  <p:tag name="CATEGORY" val="backgrounds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chenyang qu</dc:creator>
  <cp:lastModifiedBy>chenyang qu</cp:lastModifiedBy>
  <cp:revision>1</cp:revision>
  <dcterms:created xsi:type="dcterms:W3CDTF">2026-08-22T06:13:56Z</dcterms:created>
  <dcterms:modified xsi:type="dcterms:W3CDTF">2026-08-22T06:13:56Z</dcterms:modified>
</cp:coreProperties>
</file>