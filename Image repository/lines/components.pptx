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07D9F9-444F-2F32-42D2-88A2CAA0C8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43D6A6F-34E7-91EA-2C56-6DF7FFC484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55A2C1-94F6-87A2-5E71-96391BE30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7209D-C21B-46FE-A580-5501AECF069E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7BA9D3-30FA-487F-FC06-AB5479215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DFCC4A-B57B-A82D-EDCF-33C84DFE6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CDA6A-FED0-40FB-9AF2-DF83CA4EDC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515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1D367C-EA98-00AC-3483-C28B6EB77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055143-86F9-C0D5-2AD6-1B0A43ED9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BDA58D-045E-3760-69FA-DF4D20B5B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7209D-C21B-46FE-A580-5501AECF069E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4B70B9-9AF1-E6FA-5EF4-7AD67E18C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1655AE-27F6-D374-CF24-7F2B09A0D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CDA6A-FED0-40FB-9AF2-DF83CA4EDC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150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5AC2D7-6BEA-6D75-F18C-D284A4D13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1A42C6-C21B-E1FA-FBBC-8B0B6E613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207C5B-82CB-F4C7-A53B-8DC4D555F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7209D-C21B-46FE-A580-5501AECF069E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67D5F7-2747-252F-46BC-8A2C0D222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5D47B3-3582-E16F-1B4C-89810C8B5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CDA6A-FED0-40FB-9AF2-DF83CA4EDC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5152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818533-46E1-B093-8F2A-7675D936D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5B3AD4-BBCF-6C8C-051E-42E27B0D4C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F53C6B-D860-450A-BFB2-30446001DE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569E70-17F0-83D4-3518-B35FC472B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7209D-C21B-46FE-A580-5501AECF069E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C7B546-BEA7-FDA8-B833-8D0CAA0A4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D37860-75BC-7109-AF09-52748B0B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CDA6A-FED0-40FB-9AF2-DF83CA4EDC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2833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19E4BE-A99F-1131-3162-192B4202D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C4F48A-7147-242B-DD72-B46B14ABC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4406011-DD54-59AC-1CC0-A0C22CD15D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E28B23C-5ADF-91BE-DE37-E7A087F40F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562B49F-2BC3-4BC4-0CA1-8F78F43D2B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C36B086-676C-5B56-30F5-2EEA526A1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7209D-C21B-46FE-A580-5501AECF069E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7968731-074B-FF79-AC56-243E2CE91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45DFE7D-2DE8-F51C-7DB7-73E73EF57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CDA6A-FED0-40FB-9AF2-DF83CA4EDC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1736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012A59-560B-BCBE-3703-3BB951CFD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508BC28-114C-8AD1-E049-68746D1DB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7209D-C21B-46FE-A580-5501AECF069E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1E2D9B6-8D8C-AE67-42F3-96346632E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5028246-55B6-3938-7890-935B97DE9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CDA6A-FED0-40FB-9AF2-DF83CA4EDC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41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F7AC61A-027A-E104-875D-62789711D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7209D-C21B-46FE-A580-5501AECF069E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6720E0D-2B74-921D-3F51-E7DB312CB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553202-7C2F-EA8A-5188-266927070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CDA6A-FED0-40FB-9AF2-DF83CA4EDC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7990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65B901-616B-0D29-AFA7-E8E4AABC9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9CA5EB-CDE7-C84E-45B2-E8B0F7746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1B48C29-1937-4C2E-9ADD-84698FAE9F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49B8AB4-EDE4-DBA0-E5B2-B38A409E8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7209D-C21B-46FE-A580-5501AECF069E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22759F-37E7-F0C6-F285-C3930E52A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49B1D6-4BE9-6D36-C905-B3D5F66B2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CDA6A-FED0-40FB-9AF2-DF83CA4EDC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5985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32477F-E9FF-D8CE-8324-D5A9B54FD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2A9E157-4B25-3652-F683-310A6DA33D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B00574-69C2-CCD4-D264-5FF38497BF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897924-78F7-0F37-AED9-3875E4DB3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7209D-C21B-46FE-A580-5501AECF069E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C8FDC0F-0036-FC0F-2439-753DD4B52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596029-3AA8-1E3E-E4F7-62DD3906A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CDA6A-FED0-40FB-9AF2-DF83CA4EDC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833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A6FB05-33BE-5798-BAC1-CF66F3A69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6E7D50A-5A5D-C1D6-1229-FF3211EF4B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3381BB-670B-7552-FC89-9E7A8785E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7209D-C21B-46FE-A580-5501AECF069E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177A9F-FE04-D440-B15A-FC577C241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98CDB9-479E-7383-02E4-C8DB1EC64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CDA6A-FED0-40FB-9AF2-DF83CA4EDC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8577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6926144-AEB1-588B-2D5C-A3FECF7810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BA8958C-411D-A8DE-89CC-734D71DD0E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AF83A9-06C5-D219-CB4D-62C160D41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7209D-C21B-46FE-A580-5501AECF069E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3E87B3-DD67-B98D-CEB6-A4FAF43BA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B1C83F-3C0C-6C6F-6E3F-C6B70FEEA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CDA6A-FED0-40FB-9AF2-DF83CA4EDC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939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2749DFE-543F-6AFE-666D-C3530969E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EC00F8-F414-A824-48E8-F9FC6633A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596B48-AAE8-67A8-7F55-6DF56DC7B7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7209D-C21B-46FE-A580-5501AECF069E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598BE3-21F4-1F7A-AA2C-C3F527601D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A5E80C-49D2-3118-B14D-2518B0702C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2CDA6A-FED0-40FB-9AF2-DF83CA4EDC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029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-0019" descr="{&quot;source_deck&quot;:&quot;李佳1_快速可编辑复刻.pptx&quot;,&quot;source_slide&quot;:1,&quot;source_shape_id&quot;:5,&quot;category&quot;:&quot;lines&quot;,&quot;id&quot;:&quot;line-0019&quot;}">
            <a:extLst>
              <a:ext uri="{FF2B5EF4-FFF2-40B4-BE49-F238E27FC236}">
                <a16:creationId xmlns:a16="http://schemas.microsoft.com/office/drawing/2014/main" id="{B46D5320-FB61-7737-C131-F43B4A0FE320}"/>
              </a:ext>
            </a:extLst>
          </p:cNvPr>
          <p:cNvSpPr>
            <a:spLocks noGrp="1" noChangeAspect="1"/>
          </p:cNvSpPr>
          <p:nvPr/>
        </p:nvSpPr>
        <p:spPr>
          <a:xfrm>
            <a:off x="1270000" y="3425858"/>
            <a:ext cx="9652000" cy="6284"/>
          </a:xfrm>
          <a:prstGeom prst="line">
            <a:avLst/>
          </a:prstGeom>
          <a:noFill/>
          <a:ln w="9525">
            <a:solidFill>
              <a:srgbClr val="D8E5F2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824547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-0020" descr="{&quot;source_deck&quot;:&quot;李佳1_快速可编辑复刻.pptx&quot;,&quot;source_slide&quot;:1,&quot;source_shape_id&quot;:58,&quot;category&quot;:&quot;lines&quot;,&quot;id&quot;:&quot;line-0020&quot;}">
            <a:extLst>
              <a:ext uri="{FF2B5EF4-FFF2-40B4-BE49-F238E27FC236}">
                <a16:creationId xmlns:a16="http://schemas.microsoft.com/office/drawing/2014/main" id="{C8989E8E-2ECF-CC81-78E8-CD430FBDDC82}"/>
              </a:ext>
            </a:extLst>
          </p:cNvPr>
          <p:cNvSpPr>
            <a:spLocks noGrp="1"/>
          </p:cNvSpPr>
          <p:nvPr/>
        </p:nvSpPr>
        <p:spPr>
          <a:xfrm>
            <a:off x="3748088" y="3424238"/>
            <a:ext cx="4695825" cy="9525"/>
          </a:xfrm>
          <a:prstGeom prst="line">
            <a:avLst/>
          </a:prstGeom>
          <a:noFill/>
          <a:ln w="9525">
            <a:solidFill>
              <a:srgbClr val="D5E4F6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480040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-0002" descr="{&quot;source_deck&quot;:&quot;李佳1_快速可编辑复刻.pptx&quot;,&quot;source_slide&quot;:1,&quot;source_shape_id&quot;:63,&quot;category&quot;:&quot;lines&quot;,&quot;id&quot;:&quot;line-0002&quot;}">
            <a:extLst>
              <a:ext uri="{FF2B5EF4-FFF2-40B4-BE49-F238E27FC236}">
                <a16:creationId xmlns:a16="http://schemas.microsoft.com/office/drawing/2014/main" id="{E5480E35-61FD-8661-B7F1-AE6EB4EABE6A}"/>
              </a:ext>
            </a:extLst>
          </p:cNvPr>
          <p:cNvSpPr>
            <a:spLocks noGrp="1" noChangeAspect="1"/>
          </p:cNvSpPr>
          <p:nvPr/>
        </p:nvSpPr>
        <p:spPr>
          <a:xfrm>
            <a:off x="3810000" y="-346329025"/>
            <a:ext cx="4572000" cy="699516000"/>
          </a:xfrm>
          <a:prstGeom prst="line">
            <a:avLst/>
          </a:prstGeom>
          <a:noFill/>
          <a:ln w="9525">
            <a:solidFill>
              <a:srgbClr val="D9E7F8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258970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-0023" descr="{&quot;source_deck&quot;:&quot;李佳3_视觉OCR快速可编辑复刻.pptx&quot;,&quot;source_slide&quot;:1,&quot;source_shape_id&quot;:96,&quot;category&quot;:&quot;lines&quot;,&quot;id&quot;:&quot;line-0023&quot;}">
            <a:extLst>
              <a:ext uri="{FF2B5EF4-FFF2-40B4-BE49-F238E27FC236}">
                <a16:creationId xmlns:a16="http://schemas.microsoft.com/office/drawing/2014/main" id="{82D577E5-DFFF-412F-F33E-DFF8AD68B072}"/>
              </a:ext>
            </a:extLst>
          </p:cNvPr>
          <p:cNvSpPr>
            <a:spLocks noGrp="1" noChangeAspect="1"/>
          </p:cNvSpPr>
          <p:nvPr/>
        </p:nvSpPr>
        <p:spPr>
          <a:xfrm>
            <a:off x="3810000" y="3354049"/>
            <a:ext cx="4572000" cy="149902"/>
          </a:xfrm>
          <a:prstGeom prst="rect">
            <a:avLst/>
          </a:prstGeom>
          <a:solidFill>
            <a:srgbClr val="5C90ED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308881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-0014" descr="{&quot;source_deck&quot;:&quot;李佳3_视觉OCR快速可编辑复刻.pptx&quot;,&quot;source_slide&quot;:1,&quot;source_shape_id&quot;:97,&quot;category&quot;:&quot;lines&quot;,&quot;id&quot;:&quot;line-0014&quot;}">
            <a:extLst>
              <a:ext uri="{FF2B5EF4-FFF2-40B4-BE49-F238E27FC236}">
                <a16:creationId xmlns:a16="http://schemas.microsoft.com/office/drawing/2014/main" id="{D099C76C-0501-7DED-8523-81088806EA80}"/>
              </a:ext>
            </a:extLst>
          </p:cNvPr>
          <p:cNvSpPr>
            <a:spLocks noGrp="1" noChangeAspect="1"/>
          </p:cNvSpPr>
          <p:nvPr/>
        </p:nvSpPr>
        <p:spPr>
          <a:xfrm>
            <a:off x="3810000" y="-25146000"/>
            <a:ext cx="4572000" cy="57150000"/>
          </a:xfrm>
          <a:prstGeom prst="rect">
            <a:avLst/>
          </a:prstGeom>
          <a:solidFill>
            <a:srgbClr val="5C90ED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99158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-0005" descr="{&quot;source_deck&quot;:&quot;李佳3_视觉OCR快速可编辑复刻.pptx&quot;,&quot;source_slide&quot;:1,&quot;source_shape_id&quot;:99,&quot;category&quot;:&quot;lines&quot;,&quot;id&quot;:&quot;line-0005&quot;}">
            <a:extLst>
              <a:ext uri="{FF2B5EF4-FFF2-40B4-BE49-F238E27FC236}">
                <a16:creationId xmlns:a16="http://schemas.microsoft.com/office/drawing/2014/main" id="{42D40A1A-EEB8-669B-085F-5A06276BE056}"/>
              </a:ext>
            </a:extLst>
          </p:cNvPr>
          <p:cNvSpPr>
            <a:spLocks noGrp="1" noChangeAspect="1"/>
          </p:cNvSpPr>
          <p:nvPr/>
        </p:nvSpPr>
        <p:spPr>
          <a:xfrm>
            <a:off x="3810000" y="-29146500"/>
            <a:ext cx="4572000" cy="65151000"/>
          </a:xfrm>
          <a:prstGeom prst="rect">
            <a:avLst/>
          </a:prstGeom>
          <a:solidFill>
            <a:srgbClr val="5C90ED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3955542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-0022" descr="{&quot;source_deck&quot;:&quot;李佳3_视觉OCR快速可编辑复刻.pptx&quot;,&quot;source_slide&quot;:1,&quot;source_shape_id&quot;:100,&quot;category&quot;:&quot;lines&quot;,&quot;id&quot;:&quot;line-0022&quot;}">
            <a:extLst>
              <a:ext uri="{FF2B5EF4-FFF2-40B4-BE49-F238E27FC236}">
                <a16:creationId xmlns:a16="http://schemas.microsoft.com/office/drawing/2014/main" id="{44802B17-AFE5-9537-AB5D-E19B76AC4C25}"/>
              </a:ext>
            </a:extLst>
          </p:cNvPr>
          <p:cNvSpPr>
            <a:spLocks noGrp="1" noChangeAspect="1"/>
          </p:cNvSpPr>
          <p:nvPr/>
        </p:nvSpPr>
        <p:spPr>
          <a:xfrm>
            <a:off x="3810000" y="3358662"/>
            <a:ext cx="4572000" cy="140677"/>
          </a:xfrm>
          <a:prstGeom prst="rect">
            <a:avLst/>
          </a:prstGeom>
          <a:solidFill>
            <a:srgbClr val="5C90ED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3282941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-0013" descr="{&quot;source_deck&quot;:&quot;李佳3_视觉OCR快速可编辑复刻.pptx&quot;,&quot;source_slide&quot;:1,&quot;source_shape_id&quot;:101,&quot;category&quot;:&quot;lines&quot;,&quot;id&quot;:&quot;line-0013&quot;}">
            <a:extLst>
              <a:ext uri="{FF2B5EF4-FFF2-40B4-BE49-F238E27FC236}">
                <a16:creationId xmlns:a16="http://schemas.microsoft.com/office/drawing/2014/main" id="{4D64EDC8-DD34-DD2E-6DCD-A675F5EDC023}"/>
              </a:ext>
            </a:extLst>
          </p:cNvPr>
          <p:cNvSpPr>
            <a:spLocks noGrp="1" noChangeAspect="1"/>
          </p:cNvSpPr>
          <p:nvPr/>
        </p:nvSpPr>
        <p:spPr>
          <a:xfrm>
            <a:off x="3810000" y="-59436000"/>
            <a:ext cx="4572000" cy="125730000"/>
          </a:xfrm>
          <a:prstGeom prst="rect">
            <a:avLst/>
          </a:prstGeom>
          <a:solidFill>
            <a:srgbClr val="5C90ED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3086724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-0006" descr="{&quot;source_deck&quot;:&quot;李佳3_视觉OCR快速可编辑复刻.pptx&quot;,&quot;source_slide&quot;:1,&quot;source_shape_id&quot;:125,&quot;category&quot;:&quot;lines&quot;,&quot;id&quot;:&quot;line-0006&quot;}">
            <a:extLst>
              <a:ext uri="{FF2B5EF4-FFF2-40B4-BE49-F238E27FC236}">
                <a16:creationId xmlns:a16="http://schemas.microsoft.com/office/drawing/2014/main" id="{6BFBE3AB-AB2E-8E02-6282-3094968B7199}"/>
              </a:ext>
            </a:extLst>
          </p:cNvPr>
          <p:cNvSpPr>
            <a:spLocks noGrp="1"/>
          </p:cNvSpPr>
          <p:nvPr/>
        </p:nvSpPr>
        <p:spPr>
          <a:xfrm>
            <a:off x="6096000" y="3219450"/>
            <a:ext cx="0" cy="419100"/>
          </a:xfrm>
          <a:prstGeom prst="line">
            <a:avLst/>
          </a:prstGeom>
          <a:noFill/>
          <a:ln w="19050">
            <a:solidFill>
              <a:srgbClr val="2367DB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4151795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-0012" descr="{&quot;source_deck&quot;:&quot;李佳3_视觉OCR快速可编辑复刻.pptx&quot;,&quot;source_slide&quot;:1,&quot;source_shape_id&quot;:128,&quot;category&quot;:&quot;lines&quot;,&quot;id&quot;:&quot;line-0012&quot;}">
            <a:extLst>
              <a:ext uri="{FF2B5EF4-FFF2-40B4-BE49-F238E27FC236}">
                <a16:creationId xmlns:a16="http://schemas.microsoft.com/office/drawing/2014/main" id="{004EFD6C-73AF-969C-B753-1802F521E726}"/>
              </a:ext>
            </a:extLst>
          </p:cNvPr>
          <p:cNvSpPr>
            <a:spLocks noGrp="1" noChangeAspect="1"/>
          </p:cNvSpPr>
          <p:nvPr/>
        </p:nvSpPr>
        <p:spPr>
          <a:xfrm>
            <a:off x="1270000" y="3429000"/>
            <a:ext cx="9652000" cy="0"/>
          </a:xfrm>
          <a:prstGeom prst="line">
            <a:avLst/>
          </a:prstGeom>
          <a:noFill/>
          <a:ln w="9525">
            <a:solidFill>
              <a:srgbClr val="7BA9F0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147432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-0009" descr="{&quot;source_deck&quot;:&quot;识别2-Knight可编辑复刻.pptx&quot;,&quot;source_slide&quot;:1,&quot;source_shape_id&quot;:3,&quot;category&quot;:&quot;lines&quot;,&quot;id&quot;:&quot;line-0009&quot;}">
            <a:extLst>
              <a:ext uri="{FF2B5EF4-FFF2-40B4-BE49-F238E27FC236}">
                <a16:creationId xmlns:a16="http://schemas.microsoft.com/office/drawing/2014/main" id="{CC2E86D7-DA3F-C241-B1A7-1E11FAB4DDCB}"/>
              </a:ext>
            </a:extLst>
          </p:cNvPr>
          <p:cNvSpPr>
            <a:spLocks noGrp="1" noChangeAspect="1"/>
          </p:cNvSpPr>
          <p:nvPr/>
        </p:nvSpPr>
        <p:spPr>
          <a:xfrm>
            <a:off x="3810000" y="3429000"/>
            <a:ext cx="457200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846199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-0027" descr="{&quot;source_deck&quot;:&quot;识别2-Knight可编辑复刻.pptx&quot;,&quot;source_slide&quot;:1,&quot;source_shape_id&quot;:10,&quot;category&quot;:&quot;lines&quot;,&quot;id&quot;:&quot;line-0027&quot;}">
            <a:extLst>
              <a:ext uri="{FF2B5EF4-FFF2-40B4-BE49-F238E27FC236}">
                <a16:creationId xmlns:a16="http://schemas.microsoft.com/office/drawing/2014/main" id="{52D1896A-188B-7246-0C6D-A098EC7354CF}"/>
              </a:ext>
            </a:extLst>
          </p:cNvPr>
          <p:cNvSpPr>
            <a:spLocks noGrp="1" noChangeAspect="1"/>
          </p:cNvSpPr>
          <p:nvPr/>
        </p:nvSpPr>
        <p:spPr>
          <a:xfrm>
            <a:off x="3810000" y="3429000"/>
            <a:ext cx="4572000" cy="0"/>
          </a:xfrm>
          <a:prstGeom prst="line">
            <a:avLst/>
          </a:prstGeom>
          <a:noFill/>
          <a:ln w="28575">
            <a:solidFill>
              <a:srgbClr val="2377BE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3069115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-0008" descr="{&quot;source_deck&quot;:&quot;识别2-Knight可编辑复刻.pptx&quot;,&quot;source_slide&quot;:1,&quot;source_shape_id&quot;:21,&quot;category&quot;:&quot;lines&quot;,&quot;id&quot;:&quot;line-0008&quot;}">
            <a:extLst>
              <a:ext uri="{FF2B5EF4-FFF2-40B4-BE49-F238E27FC236}">
                <a16:creationId xmlns:a16="http://schemas.microsoft.com/office/drawing/2014/main" id="{AE27902C-9974-9887-538C-27AE8ED7BCD5}"/>
              </a:ext>
            </a:extLst>
          </p:cNvPr>
          <p:cNvSpPr>
            <a:spLocks noGrp="1" noChangeAspect="1"/>
          </p:cNvSpPr>
          <p:nvPr/>
        </p:nvSpPr>
        <p:spPr>
          <a:xfrm>
            <a:off x="3810000" y="3429000"/>
            <a:ext cx="4572000" cy="0"/>
          </a:xfrm>
          <a:prstGeom prst="line">
            <a:avLst/>
          </a:prstGeom>
          <a:noFill/>
          <a:ln w="9525">
            <a:solidFill>
              <a:srgbClr val="B7C7D8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520244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-0015" descr="{&quot;source_deck&quot;:&quot;识别2-Knight可编辑复刻.pptx&quot;,&quot;source_slide&quot;:1,&quot;source_shape_id&quot;:39,&quot;category&quot;:&quot;lines&quot;,&quot;id&quot;:&quot;line-0015&quot;}">
            <a:extLst>
              <a:ext uri="{FF2B5EF4-FFF2-40B4-BE49-F238E27FC236}">
                <a16:creationId xmlns:a16="http://schemas.microsoft.com/office/drawing/2014/main" id="{CB8F9432-9423-FA2F-F83B-76848C8FA09C}"/>
              </a:ext>
            </a:extLst>
          </p:cNvPr>
          <p:cNvSpPr>
            <a:spLocks noGrp="1"/>
          </p:cNvSpPr>
          <p:nvPr/>
        </p:nvSpPr>
        <p:spPr>
          <a:xfrm>
            <a:off x="2886075" y="3429000"/>
            <a:ext cx="6419850" cy="0"/>
          </a:xfrm>
          <a:prstGeom prst="line">
            <a:avLst/>
          </a:prstGeom>
          <a:noFill/>
          <a:ln w="9525">
            <a:solidFill>
              <a:srgbClr val="AAB7C5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3031606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-0001" descr="{&quot;source_deck&quot;:&quot;识别2-Knight可编辑复刻.pptx&quot;,&quot;source_slide&quot;:1,&quot;source_shape_id&quot;:41,&quot;category&quot;:&quot;lines&quot;,&quot;id&quot;:&quot;line-0001&quot;}">
            <a:extLst>
              <a:ext uri="{FF2B5EF4-FFF2-40B4-BE49-F238E27FC236}">
                <a16:creationId xmlns:a16="http://schemas.microsoft.com/office/drawing/2014/main" id="{5095DC42-D643-C129-C803-CA9DA3B0BEF7}"/>
              </a:ext>
            </a:extLst>
          </p:cNvPr>
          <p:cNvSpPr>
            <a:spLocks noGrp="1"/>
          </p:cNvSpPr>
          <p:nvPr/>
        </p:nvSpPr>
        <p:spPr>
          <a:xfrm>
            <a:off x="2886075" y="3429000"/>
            <a:ext cx="6419850" cy="0"/>
          </a:xfrm>
          <a:prstGeom prst="line">
            <a:avLst/>
          </a:prstGeom>
          <a:noFill/>
          <a:ln w="9525">
            <a:solidFill>
              <a:srgbClr val="D9E0E7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399003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-0024" descr="{&quot;source_deck&quot;:&quot;识别2-Knight可编辑复刻.pptx&quot;,&quot;source_slide&quot;:1,&quot;source_shape_id&quot;:55,&quot;category&quot;:&quot;lines&quot;,&quot;id&quot;:&quot;line-0024&quot;}">
            <a:extLst>
              <a:ext uri="{FF2B5EF4-FFF2-40B4-BE49-F238E27FC236}">
                <a16:creationId xmlns:a16="http://schemas.microsoft.com/office/drawing/2014/main" id="{E6B19DC9-B93F-1DDF-1B0A-483B9192B308}"/>
              </a:ext>
            </a:extLst>
          </p:cNvPr>
          <p:cNvSpPr>
            <a:spLocks noGrp="1" noChangeAspect="1"/>
          </p:cNvSpPr>
          <p:nvPr/>
        </p:nvSpPr>
        <p:spPr>
          <a:xfrm>
            <a:off x="3810000" y="3429000"/>
            <a:ext cx="4572000" cy="0"/>
          </a:xfrm>
          <a:prstGeom prst="line">
            <a:avLst/>
          </a:prstGeom>
          <a:noFill/>
          <a:ln w="28575">
            <a:solidFill>
              <a:srgbClr val="1768B5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846179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-0025" descr="{&quot;source_deck&quot;:&quot;识别2-Knight可编辑复刻.pptx&quot;,&quot;source_slide&quot;:1,&quot;source_shape_id&quot;:98,&quot;category&quot;:&quot;lines&quot;,&quot;id&quot;:&quot;line-0025&quot;}">
            <a:extLst>
              <a:ext uri="{FF2B5EF4-FFF2-40B4-BE49-F238E27FC236}">
                <a16:creationId xmlns:a16="http://schemas.microsoft.com/office/drawing/2014/main" id="{EA4A1A19-F8A0-CD14-5CED-93DA00E3C3D0}"/>
              </a:ext>
            </a:extLst>
          </p:cNvPr>
          <p:cNvSpPr>
            <a:spLocks noGrp="1" noChangeAspect="1"/>
          </p:cNvSpPr>
          <p:nvPr/>
        </p:nvSpPr>
        <p:spPr>
          <a:xfrm>
            <a:off x="1270000" y="3429000"/>
            <a:ext cx="9652000" cy="0"/>
          </a:xfrm>
          <a:prstGeom prst="line">
            <a:avLst/>
          </a:prstGeom>
          <a:noFill/>
          <a:ln w="11430">
            <a:solidFill>
              <a:srgbClr val="3E83C3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807507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-0010" descr="{&quot;source_deck&quot;:&quot;识别3-Knight可编辑复刻.pptx&quot;,&quot;source_slide&quot;:1,&quot;source_shape_id&quot;:3,&quot;category&quot;:&quot;lines&quot;,&quot;id&quot;:&quot;line-0010&quot;}">
            <a:extLst>
              <a:ext uri="{FF2B5EF4-FFF2-40B4-BE49-F238E27FC236}">
                <a16:creationId xmlns:a16="http://schemas.microsoft.com/office/drawing/2014/main" id="{16191341-D484-DA91-2463-6F1C85C5D6E4}"/>
              </a:ext>
            </a:extLst>
          </p:cNvPr>
          <p:cNvSpPr>
            <a:spLocks noGrp="1" noChangeAspect="1"/>
          </p:cNvSpPr>
          <p:nvPr/>
        </p:nvSpPr>
        <p:spPr>
          <a:xfrm>
            <a:off x="3810000" y="3429000"/>
            <a:ext cx="457200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5620921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-0003" descr="{&quot;source_deck&quot;:&quot;识别3-Knight可编辑复刻.pptx&quot;,&quot;source_slide&quot;:1,&quot;source_shape_id&quot;:9,&quot;category&quot;:&quot;lines&quot;,&quot;id&quot;:&quot;line-0003&quot;}">
            <a:extLst>
              <a:ext uri="{FF2B5EF4-FFF2-40B4-BE49-F238E27FC236}">
                <a16:creationId xmlns:a16="http://schemas.microsoft.com/office/drawing/2014/main" id="{7098F978-10CE-8064-A3EE-3ABC9DBB795C}"/>
              </a:ext>
            </a:extLst>
          </p:cNvPr>
          <p:cNvSpPr>
            <a:spLocks noGrp="1" noChangeAspect="1"/>
          </p:cNvSpPr>
          <p:nvPr/>
        </p:nvSpPr>
        <p:spPr>
          <a:xfrm>
            <a:off x="3810000" y="3429000"/>
            <a:ext cx="4572000" cy="0"/>
          </a:xfrm>
          <a:prstGeom prst="line">
            <a:avLst/>
          </a:prstGeom>
          <a:noFill/>
          <a:ln w="28575">
            <a:solidFill>
              <a:srgbClr val="2B78BB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37710465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-0016" descr="{&quot;source_deck&quot;:&quot;识别3-Knight可编辑复刻.pptx&quot;,&quot;source_slide&quot;:1,&quot;source_shape_id&quot;:21,&quot;category&quot;:&quot;lines&quot;,&quot;id&quot;:&quot;line-0016&quot;}">
            <a:extLst>
              <a:ext uri="{FF2B5EF4-FFF2-40B4-BE49-F238E27FC236}">
                <a16:creationId xmlns:a16="http://schemas.microsoft.com/office/drawing/2014/main" id="{E650D9DB-F041-F38F-D367-B170A532D823}"/>
              </a:ext>
            </a:extLst>
          </p:cNvPr>
          <p:cNvSpPr>
            <a:spLocks noGrp="1"/>
          </p:cNvSpPr>
          <p:nvPr/>
        </p:nvSpPr>
        <p:spPr>
          <a:xfrm>
            <a:off x="6096000" y="2938463"/>
            <a:ext cx="0" cy="981075"/>
          </a:xfrm>
          <a:prstGeom prst="line">
            <a:avLst/>
          </a:prstGeom>
          <a:noFill/>
          <a:ln w="11430">
            <a:solidFill>
              <a:srgbClr val="C7D9E9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2824745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-0021" descr="{&quot;source_deck&quot;:&quot;识别3-Knight可编辑复刻.pptx&quot;,&quot;source_slide&quot;:1,&quot;source_shape_id&quot;:26,&quot;category&quot;:&quot;lines&quot;,&quot;id&quot;:&quot;line-0021&quot;}">
            <a:extLst>
              <a:ext uri="{FF2B5EF4-FFF2-40B4-BE49-F238E27FC236}">
                <a16:creationId xmlns:a16="http://schemas.microsoft.com/office/drawing/2014/main" id="{C6EE469D-127D-408A-85BC-1CC18BFEEA6C}"/>
              </a:ext>
            </a:extLst>
          </p:cNvPr>
          <p:cNvSpPr>
            <a:spLocks noGrp="1"/>
          </p:cNvSpPr>
          <p:nvPr/>
        </p:nvSpPr>
        <p:spPr>
          <a:xfrm>
            <a:off x="3662363" y="3429000"/>
            <a:ext cx="4867275" cy="0"/>
          </a:xfrm>
          <a:prstGeom prst="line">
            <a:avLst/>
          </a:prstGeom>
          <a:noFill/>
          <a:ln w="9525">
            <a:solidFill>
              <a:srgbClr val="D2DFEA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31642519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-0017" descr="{&quot;source_deck&quot;:&quot;识别3-Knight可编辑复刻.pptx&quot;,&quot;source_slide&quot;:1,&quot;source_shape_id&quot;:46,&quot;category&quot;:&quot;lines&quot;,&quot;id&quot;:&quot;line-0017&quot;}">
            <a:extLst>
              <a:ext uri="{FF2B5EF4-FFF2-40B4-BE49-F238E27FC236}">
                <a16:creationId xmlns:a16="http://schemas.microsoft.com/office/drawing/2014/main" id="{E984AFD2-3B3E-F72C-E27F-07053BC1B1D7}"/>
              </a:ext>
            </a:extLst>
          </p:cNvPr>
          <p:cNvSpPr>
            <a:spLocks noGrp="1"/>
          </p:cNvSpPr>
          <p:nvPr/>
        </p:nvSpPr>
        <p:spPr>
          <a:xfrm>
            <a:off x="6096000" y="2814638"/>
            <a:ext cx="0" cy="1228725"/>
          </a:xfrm>
          <a:prstGeom prst="line">
            <a:avLst/>
          </a:prstGeom>
          <a:noFill/>
          <a:ln w="11430">
            <a:solidFill>
              <a:srgbClr val="D4E1ED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8056597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-0004" descr="{&quot;source_deck&quot;:&quot;识别3-Knight可编辑复刻.pptx&quot;,&quot;source_slide&quot;:1,&quot;source_shape_id&quot;:84,&quot;category&quot;:&quot;lines&quot;,&quot;id&quot;:&quot;line-0004&quot;}">
            <a:extLst>
              <a:ext uri="{FF2B5EF4-FFF2-40B4-BE49-F238E27FC236}">
                <a16:creationId xmlns:a16="http://schemas.microsoft.com/office/drawing/2014/main" id="{ED868615-D37B-3E5A-6757-D018979D79FD}"/>
              </a:ext>
            </a:extLst>
          </p:cNvPr>
          <p:cNvSpPr>
            <a:spLocks noGrp="1" noChangeAspect="1"/>
          </p:cNvSpPr>
          <p:nvPr/>
        </p:nvSpPr>
        <p:spPr>
          <a:xfrm>
            <a:off x="1270000" y="3429000"/>
            <a:ext cx="9652000" cy="0"/>
          </a:xfrm>
          <a:prstGeom prst="line">
            <a:avLst/>
          </a:prstGeom>
          <a:noFill/>
          <a:ln w="11430">
            <a:solidFill>
              <a:srgbClr val="68A1D2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6640253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-0018" descr="{&quot;source_deck&quot;:&quot;party-semantic-editable.pptx&quot;,&quot;source_slide&quot;:1,&quot;source_shape_id&quot;:3,&quot;category&quot;:&quot;lines&quot;,&quot;id&quot;:&quot;line-0018&quot;}">
            <a:extLst>
              <a:ext uri="{FF2B5EF4-FFF2-40B4-BE49-F238E27FC236}">
                <a16:creationId xmlns:a16="http://schemas.microsoft.com/office/drawing/2014/main" id="{CB29BD89-A4C8-4BD8-B793-F0F25574D7F4}"/>
              </a:ext>
            </a:extLst>
          </p:cNvPr>
          <p:cNvSpPr>
            <a:spLocks noChangeAspect="1"/>
          </p:cNvSpPr>
          <p:nvPr/>
        </p:nvSpPr>
        <p:spPr>
          <a:xfrm>
            <a:off x="3810000" y="3429000"/>
            <a:ext cx="4572000" cy="0"/>
          </a:xfrm>
          <a:prstGeom prst="line">
            <a:avLst/>
          </a:prstGeom>
          <a:noFill/>
          <a:ln w="25400">
            <a:solidFill>
              <a:srgbClr val="CC0000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37150565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-0026" descr="{&quot;source_deck&quot;:&quot;七页原图批量可编辑复刻.pptx&quot;,&quot;source_slide&quot;:2,&quot;source_shape_id&quot;:102,&quot;category&quot;:&quot;lines&quot;,&quot;id&quot;:&quot;line-0026&quot;}">
            <a:extLst>
              <a:ext uri="{FF2B5EF4-FFF2-40B4-BE49-F238E27FC236}">
                <a16:creationId xmlns:a16="http://schemas.microsoft.com/office/drawing/2014/main" id="{78857D41-BC18-91A5-2872-484EDFD91DEA}"/>
              </a:ext>
            </a:extLst>
          </p:cNvPr>
          <p:cNvSpPr>
            <a:spLocks noGrp="1" noChangeAspect="1"/>
          </p:cNvSpPr>
          <p:nvPr/>
        </p:nvSpPr>
        <p:spPr>
          <a:xfrm>
            <a:off x="1270000" y="3423227"/>
            <a:ext cx="9652000" cy="11545"/>
          </a:xfrm>
          <a:prstGeom prst="rect">
            <a:avLst/>
          </a:prstGeom>
          <a:solidFill>
            <a:srgbClr val="C6DCF7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33462011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-0007" descr="{&quot;source_deck&quot;:&quot;七页原图批量可编辑复刻.pptx&quot;,&quot;source_slide&quot;:4,&quot;source_shape_id&quot;:49,&quot;category&quot;:&quot;lines&quot;,&quot;id&quot;:&quot;line-0007&quot;}">
            <a:extLst>
              <a:ext uri="{FF2B5EF4-FFF2-40B4-BE49-F238E27FC236}">
                <a16:creationId xmlns:a16="http://schemas.microsoft.com/office/drawing/2014/main" id="{A6B9D57F-6291-85F9-66EE-AE097FA48868}"/>
              </a:ext>
            </a:extLst>
          </p:cNvPr>
          <p:cNvSpPr>
            <a:spLocks noGrp="1" noChangeAspect="1"/>
          </p:cNvSpPr>
          <p:nvPr/>
        </p:nvSpPr>
        <p:spPr>
          <a:xfrm>
            <a:off x="1270000" y="3423227"/>
            <a:ext cx="9652000" cy="11545"/>
          </a:xfrm>
          <a:prstGeom prst="rect">
            <a:avLst/>
          </a:prstGeom>
          <a:solidFill>
            <a:srgbClr val="4C8ED9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4126043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-0011" descr="{&quot;source_deck&quot;:&quot;七页原图批量可编辑复刻.pptx&quot;,&quot;source_slide&quot;:5,&quot;source_shape_id&quot;:7,&quot;category&quot;:&quot;lines&quot;,&quot;id&quot;:&quot;line-0011&quot;}">
            <a:extLst>
              <a:ext uri="{FF2B5EF4-FFF2-40B4-BE49-F238E27FC236}">
                <a16:creationId xmlns:a16="http://schemas.microsoft.com/office/drawing/2014/main" id="{A2CC1B3B-9E5F-D422-9735-E30557A9F482}"/>
              </a:ext>
            </a:extLst>
          </p:cNvPr>
          <p:cNvSpPr>
            <a:spLocks noGrp="1" noChangeAspect="1"/>
          </p:cNvSpPr>
          <p:nvPr/>
        </p:nvSpPr>
        <p:spPr>
          <a:xfrm>
            <a:off x="3810000" y="3329608"/>
            <a:ext cx="4572000" cy="198783"/>
          </a:xfrm>
          <a:prstGeom prst="rect">
            <a:avLst/>
          </a:prstGeom>
          <a:solidFill>
            <a:srgbClr val="1D68BB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0253913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line-0019"/>
  <p:tag name="CATEGORY" val="line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line-0020"/>
  <p:tag name="CATEGORY" val="lines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line-0002"/>
  <p:tag name="CATEGORY" val="lines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line-0023"/>
  <p:tag name="CATEGORY" val="line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line-0014"/>
  <p:tag name="CATEGORY" val="lines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line-0005"/>
  <p:tag name="CATEGORY" val="lines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line-0022"/>
  <p:tag name="CATEGORY" val="lines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line-0013"/>
  <p:tag name="CATEGORY" val="lines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line-0006"/>
  <p:tag name="CATEGORY" val="lines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line-0012"/>
  <p:tag name="CATEGORY" val="lines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line-0009"/>
  <p:tag name="CATEGORY" val="lines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line-0027"/>
  <p:tag name="CATEGORY" val="lines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line-0008"/>
  <p:tag name="CATEGORY" val="lines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line-0015"/>
  <p:tag name="CATEGORY" val="lines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line-0001"/>
  <p:tag name="CATEGORY" val="lines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line-0024"/>
  <p:tag name="CATEGORY" val="lines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line-0025"/>
  <p:tag name="CATEGORY" val="lines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line-0010"/>
  <p:tag name="CATEGORY" val="lines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line-0003"/>
  <p:tag name="CATEGORY" val="lines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line-0016"/>
  <p:tag name="CATEGORY" val="lines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line-0021"/>
  <p:tag name="CATEGORY" val="lines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line-0017"/>
  <p:tag name="CATEGORY" val="lines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line-0004"/>
  <p:tag name="CATEGORY" val="lines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line-0018"/>
  <p:tag name="CATEGORY" val="lines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line-0026"/>
  <p:tag name="CATEGORY" val="lines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line-0007"/>
  <p:tag name="CATEGORY" val="lines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line-0011"/>
  <p:tag name="CATEGORY" val="lines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1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chenyang qu</dc:creator>
  <cp:lastModifiedBy>chenyang qu</cp:lastModifiedBy>
  <cp:revision>1</cp:revision>
  <dcterms:created xsi:type="dcterms:W3CDTF">2026-08-22T06:15:05Z</dcterms:created>
  <dcterms:modified xsi:type="dcterms:W3CDTF">2026-08-22T06:15:05Z</dcterms:modified>
</cp:coreProperties>
</file>