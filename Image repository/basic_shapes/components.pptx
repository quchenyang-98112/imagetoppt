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09162-43D7-AF9B-1EB3-AD6B6971A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EF8069-986B-998D-332E-0741B54C2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5A78D-B9EA-3EA2-9396-DAFCE469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06B08C-AB87-FE71-F62F-285376B2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47B47B-DEB2-119C-6CF9-DCD791E7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65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2AFBB-D213-915A-70C7-1813546C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42C05-6F5F-FC16-FFDF-DC5D3DFB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3A054-7978-5684-A464-8DE42E1B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58C898-75EE-7D22-DBD3-DABFD19D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565A2-CAD8-073B-B5A7-D3728765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9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D9058-91A1-D291-4100-0BB25BA37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119B41-DC56-0934-D0E3-A8D8530E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8FE0E-2C51-84C2-D8E3-9DBD99DB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0B893-ECAE-D56B-0598-270DEA09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94ADDD-5220-BF95-E81E-F605BF65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8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2BD5F-22EC-D0C0-01B7-AC6604B5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ABAD5-72E2-25A5-D229-B52DE4A0F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08CD18-0AB6-A815-2284-9E98B8AE5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22BCA1-6B33-96CD-174C-E9EA183F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999BA8-2CFE-B56B-4D1D-CB1CB048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E0CD62-F751-DD71-4678-E4611AF4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0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85EE8-8801-133F-BD02-AD4120AA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90847D-EC62-C639-06DE-CE1942F0C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7DBBE9-4619-FDF1-908D-06946B87C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BF6BA2-B100-2E86-56E1-46EA872F4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014239-2E8F-3090-DE10-E11946B58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439B46-1F25-B45E-75C8-52ABAF5C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0CC47F-D4BC-ECA7-C916-24DE63DF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7C4A04-F785-B233-B339-9F85E707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98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9B674-12AB-DB4D-86BF-5EC6495A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069D7D-41C8-3D7F-E63F-C8F830D4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D16790-BEDA-AD62-343C-3A735F4B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184912-3B43-A943-06CB-8476B6D2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AD59A9-B51A-DD0B-53EC-788184DD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E2615F-89DC-EC2C-EDB2-50241323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088B61-0986-5992-9B25-70D047C8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1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CBB7B-BFFD-05F1-E6F4-4C0A147B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B4B8B8-0A1C-21FF-8D2C-B1C39210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CAC231-DDBF-B719-FB3E-9B088C20C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888006-D87F-3F95-3888-A7CB720C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4E2086-25AB-D1F4-0428-39475990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2CBD3C-31E3-8F8D-B569-186C6819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46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641BE-667B-0131-6F4B-7D5E2582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18FB06-B5F3-510B-6995-24A967789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9CAF31-5E2D-1E37-97E2-6E021C003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E708BC-D5C6-389A-65BB-DC178979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0922C8-9951-66E6-A75F-D651B763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CE4EBB-1817-D2F8-4FB3-0FB666EB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9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6B614-5473-8847-7DA4-FE561492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AE633C-4363-DF99-127E-1B17FE9CC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8E537-8616-99C9-B068-A3E59466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37C7C-06A1-199D-5CEB-D5DCC318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14799C-A390-DFB5-1233-78322A1D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10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F42A0C-570E-F6A5-234E-06654DD19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D4A405-09E6-3288-C0B7-0AAF3905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4805E5-BB6E-2E81-5B62-0E3B9612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799EA7-03B1-FFE6-09EE-D7781906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254D65-D79E-A81C-44A8-04401181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28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48B083-3A0F-2A23-90BA-5089B274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55C606-1070-DF9D-DF52-02749176E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9E95F-EE12-4775-206B-9E9AAE5C3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7D2AE-9FE7-4F5E-9EB5-BFD850CEE39C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647F3-C188-0552-2EB6-F1EDB1F2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8F5FB-5D56-238B-DFB1-A0820C15F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B244E-388D-4383-A918-14BCB19C1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8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1" descr="{&quot;source_deck&quot;:&quot;李佳1_快速可编辑复刻.pptx&quot;,&quot;source_slide&quot;:1,&quot;source_shape_id&quot;:13,&quot;category&quot;:&quot;basic_shapes&quot;,&quot;id&quot;:&quot;shape-0011&quot;}">
            <a:extLst>
              <a:ext uri="{FF2B5EF4-FFF2-40B4-BE49-F238E27FC236}">
                <a16:creationId xmlns:a16="http://schemas.microsoft.com/office/drawing/2014/main" id="{7F912FB7-E2FC-0EAB-43BC-AC6240814C5F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D70A0A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9071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7" descr="{&quot;source_deck&quot;:&quot;李佳3_视觉OCR快速可编辑复刻.pptx&quot;,&quot;source_slide&quot;:1,&quot;source_shape_id&quot;:3,&quot;category&quot;:&quot;basic_shapes&quot;,&quot;id&quot;:&quot;shape-0017&quot;}">
            <a:extLst>
              <a:ext uri="{FF2B5EF4-FFF2-40B4-BE49-F238E27FC236}">
                <a16:creationId xmlns:a16="http://schemas.microsoft.com/office/drawing/2014/main" id="{F46019A7-8B85-CDEC-2C3F-A1E0878CD63F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3088822"/>
            <a:ext cx="1587500" cy="680357"/>
          </a:xfrm>
          <a:prstGeom prst="parallelogram">
            <a:avLst/>
          </a:prstGeom>
          <a:solidFill>
            <a:srgbClr val="1C78E7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97760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1" descr="{&quot;source_deck&quot;:&quot;李佳3_视觉OCR快速可编辑复刻.pptx&quot;,&quot;source_slide&quot;:1,&quot;source_shape_id&quot;:4,&quot;category&quot;:&quot;basic_shapes&quot;,&quot;id&quot;:&quot;shape-0021&quot;}">
            <a:extLst>
              <a:ext uri="{FF2B5EF4-FFF2-40B4-BE49-F238E27FC236}">
                <a16:creationId xmlns:a16="http://schemas.microsoft.com/office/drawing/2014/main" id="{AD74423D-6B99-FD35-23BB-95C82BC9D99B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3020785"/>
            <a:ext cx="1587500" cy="816429"/>
          </a:xfrm>
          <a:prstGeom prst="parallelogram">
            <a:avLst/>
          </a:prstGeom>
          <a:solidFill>
            <a:srgbClr val="45B8F6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57519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3" descr="{&quot;source_deck&quot;:&quot;李佳3_视觉OCR快速可编辑复刻.pptx&quot;,&quot;source_slide&quot;:1,&quot;source_shape_id&quot;:18,&quot;category&quot;:&quot;basic_shapes&quot;,&quot;id&quot;:&quot;shape-0013&quot;}">
            <a:extLst>
              <a:ext uri="{FF2B5EF4-FFF2-40B4-BE49-F238E27FC236}">
                <a16:creationId xmlns:a16="http://schemas.microsoft.com/office/drawing/2014/main" id="{B2B9845D-49A2-22F8-769A-8E0568BB9C7F}"/>
              </a:ext>
            </a:extLst>
          </p:cNvPr>
          <p:cNvSpPr>
            <a:spLocks noGrp="1"/>
          </p:cNvSpPr>
          <p:nvPr/>
        </p:nvSpPr>
        <p:spPr>
          <a:xfrm>
            <a:off x="4929188" y="2714625"/>
            <a:ext cx="2333625" cy="1428750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8564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6" descr="{&quot;source_deck&quot;:&quot;李佳3_视觉OCR快速可编辑复刻.pptx&quot;,&quot;source_slide&quot;:1,&quot;source_shape_id&quot;:19,&quot;category&quot;:&quot;basic_shapes&quot;,&quot;id&quot;:&quot;shape-0026&quot;}">
            <a:extLst>
              <a:ext uri="{FF2B5EF4-FFF2-40B4-BE49-F238E27FC236}">
                <a16:creationId xmlns:a16="http://schemas.microsoft.com/office/drawing/2014/main" id="{534AF199-1672-385B-BED6-206940A95877}"/>
              </a:ext>
            </a:extLst>
          </p:cNvPr>
          <p:cNvSpPr>
            <a:spLocks noGrp="1"/>
          </p:cNvSpPr>
          <p:nvPr/>
        </p:nvSpPr>
        <p:spPr>
          <a:xfrm>
            <a:off x="5105400" y="2552700"/>
            <a:ext cx="1981200" cy="1752600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684062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8" descr="{&quot;source_deck&quot;:&quot;李佳3_视觉OCR快速可编辑复刻.pptx&quot;,&quot;source_slide&quot;:1,&quot;source_shape_id&quot;:20,&quot;category&quot;:&quot;basic_shapes&quot;,&quot;id&quot;:&quot;shape-0038&quot;}">
            <a:extLst>
              <a:ext uri="{FF2B5EF4-FFF2-40B4-BE49-F238E27FC236}">
                <a16:creationId xmlns:a16="http://schemas.microsoft.com/office/drawing/2014/main" id="{4B07F303-3061-E989-E615-DBBB6A3E3644}"/>
              </a:ext>
            </a:extLst>
          </p:cNvPr>
          <p:cNvSpPr>
            <a:spLocks noGrp="1"/>
          </p:cNvSpPr>
          <p:nvPr/>
        </p:nvSpPr>
        <p:spPr>
          <a:xfrm>
            <a:off x="4791075" y="2890838"/>
            <a:ext cx="2609850" cy="1076325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96911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1" descr="{&quot;source_deck&quot;:&quot;李佳3_视觉OCR快速可编辑复刻.pptx&quot;,&quot;source_slide&quot;:1,&quot;source_shape_id&quot;:21,&quot;category&quot;:&quot;basic_shapes&quot;,&quot;id&quot;:&quot;shape-0001&quot;}">
            <a:extLst>
              <a:ext uri="{FF2B5EF4-FFF2-40B4-BE49-F238E27FC236}">
                <a16:creationId xmlns:a16="http://schemas.microsoft.com/office/drawing/2014/main" id="{074024F5-0955-6896-2BDF-7FC0AB68392B}"/>
              </a:ext>
            </a:extLst>
          </p:cNvPr>
          <p:cNvSpPr>
            <a:spLocks noGrp="1"/>
          </p:cNvSpPr>
          <p:nvPr/>
        </p:nvSpPr>
        <p:spPr>
          <a:xfrm>
            <a:off x="4891088" y="2333625"/>
            <a:ext cx="2409825" cy="2190750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8855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3" descr="{&quot;source_deck&quot;:&quot;李佳3_视觉OCR快速可编辑复刻.pptx&quot;,&quot;source_slide&quot;:1,&quot;source_shape_id&quot;:22,&quot;category&quot;:&quot;basic_shapes&quot;,&quot;id&quot;:&quot;shape-0033&quot;}">
            <a:extLst>
              <a:ext uri="{FF2B5EF4-FFF2-40B4-BE49-F238E27FC236}">
                <a16:creationId xmlns:a16="http://schemas.microsoft.com/office/drawing/2014/main" id="{56587A47-41AA-5376-905E-6A335DB2FC44}"/>
              </a:ext>
            </a:extLst>
          </p:cNvPr>
          <p:cNvSpPr>
            <a:spLocks noGrp="1"/>
          </p:cNvSpPr>
          <p:nvPr/>
        </p:nvSpPr>
        <p:spPr>
          <a:xfrm>
            <a:off x="5238750" y="2605088"/>
            <a:ext cx="1714500" cy="1647825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612173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8" descr="{&quot;source_deck&quot;:&quot;李佳3_视觉OCR快速可编辑复刻.pptx&quot;,&quot;source_slide&quot;:1,&quot;source_shape_id&quot;:23,&quot;category&quot;:&quot;basic_shapes&quot;,&quot;id&quot;:&quot;shape-0028&quot;}">
            <a:extLst>
              <a:ext uri="{FF2B5EF4-FFF2-40B4-BE49-F238E27FC236}">
                <a16:creationId xmlns:a16="http://schemas.microsoft.com/office/drawing/2014/main" id="{5F8E3294-F95E-F2EA-4F24-45C91AFFA725}"/>
              </a:ext>
            </a:extLst>
          </p:cNvPr>
          <p:cNvSpPr>
            <a:spLocks noGrp="1"/>
          </p:cNvSpPr>
          <p:nvPr/>
        </p:nvSpPr>
        <p:spPr>
          <a:xfrm>
            <a:off x="4667250" y="2700338"/>
            <a:ext cx="2857500" cy="1457325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478818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9" descr="{&quot;source_deck&quot;:&quot;李佳3_视觉OCR快速可编辑复刻.pptx&quot;,&quot;source_slide&quot;:1,&quot;source_shape_id&quot;:24,&quot;category&quot;:&quot;basic_shapes&quot;,&quot;id&quot;:&quot;shape-0009&quot;}">
            <a:extLst>
              <a:ext uri="{FF2B5EF4-FFF2-40B4-BE49-F238E27FC236}">
                <a16:creationId xmlns:a16="http://schemas.microsoft.com/office/drawing/2014/main" id="{DB4267E3-D3E1-A560-5D62-1F4CBF6A1907}"/>
              </a:ext>
            </a:extLst>
          </p:cNvPr>
          <p:cNvSpPr>
            <a:spLocks noGrp="1"/>
          </p:cNvSpPr>
          <p:nvPr/>
        </p:nvSpPr>
        <p:spPr>
          <a:xfrm>
            <a:off x="5038725" y="2424113"/>
            <a:ext cx="2114550" cy="2009775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39298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0" descr="{&quot;source_deck&quot;:&quot;李佳3_视觉OCR快速可编辑复刻.pptx&quot;,&quot;source_slide&quot;:1,&quot;source_shape_id&quot;:25,&quot;category&quot;:&quot;basic_shapes&quot;,&quot;id&quot;:&quot;shape-0010&quot;}">
            <a:extLst>
              <a:ext uri="{FF2B5EF4-FFF2-40B4-BE49-F238E27FC236}">
                <a16:creationId xmlns:a16="http://schemas.microsoft.com/office/drawing/2014/main" id="{50BBB0A0-DFD9-886A-2857-AAF0946EB943}"/>
              </a:ext>
            </a:extLst>
          </p:cNvPr>
          <p:cNvSpPr>
            <a:spLocks noGrp="1"/>
          </p:cNvSpPr>
          <p:nvPr/>
        </p:nvSpPr>
        <p:spPr>
          <a:xfrm>
            <a:off x="4829175" y="2786063"/>
            <a:ext cx="2533650" cy="1285875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6462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2" descr="{&quot;source_deck&quot;:&quot;李佳3_视觉OCR快速可编辑复刻.pptx&quot;,&quot;source_slide&quot;:1,&quot;source_shape_id&quot;:26,&quot;category&quot;:&quot;basic_shapes&quot;,&quot;id&quot;:&quot;shape-0002&quot;}">
            <a:extLst>
              <a:ext uri="{FF2B5EF4-FFF2-40B4-BE49-F238E27FC236}">
                <a16:creationId xmlns:a16="http://schemas.microsoft.com/office/drawing/2014/main" id="{B62692F1-48D2-684B-AE1C-F012DA9AB84A}"/>
              </a:ext>
            </a:extLst>
          </p:cNvPr>
          <p:cNvSpPr>
            <a:spLocks noGrp="1"/>
          </p:cNvSpPr>
          <p:nvPr/>
        </p:nvSpPr>
        <p:spPr>
          <a:xfrm>
            <a:off x="5195888" y="2690813"/>
            <a:ext cx="1800225" cy="1476375"/>
          </a:xfrm>
          <a:prstGeom prst="ellipse">
            <a:avLst/>
          </a:prstGeom>
          <a:noFill/>
          <a:ln w="11430">
            <a:solidFill>
              <a:srgbClr val="2E79F3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550370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5" descr="{&quot;source_deck&quot;:&quot;李佳3_视觉OCR快速可编辑复刻.pptx&quot;,&quot;source_slide&quot;:1,&quot;source_shape_id&quot;:94,&quot;category&quot;:&quot;basic_shapes&quot;,&quot;id&quot;:&quot;shape-0035&quot;}">
            <a:extLst>
              <a:ext uri="{FF2B5EF4-FFF2-40B4-BE49-F238E27FC236}">
                <a16:creationId xmlns:a16="http://schemas.microsoft.com/office/drawing/2014/main" id="{D8FFC6A1-1FA0-6442-3519-2E79FF78EA77}"/>
              </a:ext>
            </a:extLst>
          </p:cNvPr>
          <p:cNvSpPr>
            <a:spLocks noGrp="1"/>
          </p:cNvSpPr>
          <p:nvPr/>
        </p:nvSpPr>
        <p:spPr>
          <a:xfrm>
            <a:off x="5000625" y="2809875"/>
            <a:ext cx="2190750" cy="1238250"/>
          </a:xfrm>
          <a:prstGeom prst="triangle">
            <a:avLst/>
          </a:prstGeom>
          <a:solidFill>
            <a:srgbClr val="EAF4FF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517718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9" descr="{&quot;source_deck&quot;:&quot;李佳3_视觉OCR快速可编辑复刻.pptx&quot;,&quot;source_slide&quot;:1,&quot;source_shape_id&quot;:95,&quot;category&quot;:&quot;basic_shapes&quot;,&quot;id&quot;:&quot;shape-0029&quot;}">
            <a:extLst>
              <a:ext uri="{FF2B5EF4-FFF2-40B4-BE49-F238E27FC236}">
                <a16:creationId xmlns:a16="http://schemas.microsoft.com/office/drawing/2014/main" id="{5BEDAF9B-D3F7-17EF-85AB-A61EF22F74C7}"/>
              </a:ext>
            </a:extLst>
          </p:cNvPr>
          <p:cNvSpPr>
            <a:spLocks noGrp="1"/>
          </p:cNvSpPr>
          <p:nvPr/>
        </p:nvSpPr>
        <p:spPr>
          <a:xfrm>
            <a:off x="5200650" y="3019425"/>
            <a:ext cx="1790700" cy="819150"/>
          </a:xfrm>
          <a:prstGeom prst="triangle">
            <a:avLst/>
          </a:prstGeom>
          <a:solidFill>
            <a:srgbClr val="F2F8FF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02379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7" descr="{&quot;source_deck&quot;:&quot;李佳3_视觉OCR快速可编辑复刻.pptx&quot;,&quot;source_slide&quot;:1,&quot;source_shape_id&quot;:102,&quot;category&quot;:&quot;basic_shapes&quot;,&quot;id&quot;:&quot;shape-0037&quot;}">
            <a:extLst>
              <a:ext uri="{FF2B5EF4-FFF2-40B4-BE49-F238E27FC236}">
                <a16:creationId xmlns:a16="http://schemas.microsoft.com/office/drawing/2014/main" id="{ED20B789-A8EE-9050-F863-94A14778FC6B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D6E7FF"/>
          </a:solidFill>
          <a:ln w="19050">
            <a:solidFill>
              <a:srgbClr val="6A9AF1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682124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2" descr="{&quot;source_deck&quot;:&quot;识别2-Knight可编辑复刻.pptx&quot;,&quot;source_slide&quot;:1,&quot;source_shape_id&quot;:4,&quot;category&quot;:&quot;basic_shapes&quot;,&quot;id&quot;:&quot;shape-0032&quot;}">
            <a:extLst>
              <a:ext uri="{FF2B5EF4-FFF2-40B4-BE49-F238E27FC236}">
                <a16:creationId xmlns:a16="http://schemas.microsoft.com/office/drawing/2014/main" id="{DF36A0CB-AC33-CB17-4983-F71A654587D8}"/>
              </a:ext>
            </a:extLst>
          </p:cNvPr>
          <p:cNvSpPr>
            <a:spLocks noGrp="1"/>
          </p:cNvSpPr>
          <p:nvPr/>
        </p:nvSpPr>
        <p:spPr>
          <a:xfrm rot="1500000">
            <a:off x="4225144" y="2412084"/>
            <a:ext cx="2476500" cy="2762250"/>
          </a:xfrm>
          <a:prstGeom prst="arc">
            <a:avLst/>
          </a:prstGeom>
          <a:noFill/>
          <a:ln w="171450">
            <a:solidFill>
              <a:srgbClr val="D8E8F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812202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3" descr="{&quot;source_deck&quot;:&quot;识别2-Knight可编辑复刻.pptx&quot;,&quot;source_slide&quot;:1,&quot;source_shape_id&quot;:5,&quot;category&quot;:&quot;basic_shapes&quot;,&quot;id&quot;:&quot;shape-0023&quot;}">
            <a:extLst>
              <a:ext uri="{FF2B5EF4-FFF2-40B4-BE49-F238E27FC236}">
                <a16:creationId xmlns:a16="http://schemas.microsoft.com/office/drawing/2014/main" id="{49D4732C-23E6-E718-4119-D90685D3C09B}"/>
              </a:ext>
            </a:extLst>
          </p:cNvPr>
          <p:cNvSpPr>
            <a:spLocks noGrp="1"/>
          </p:cNvSpPr>
          <p:nvPr/>
        </p:nvSpPr>
        <p:spPr>
          <a:xfrm rot="1200000">
            <a:off x="3738349" y="2327034"/>
            <a:ext cx="3143250" cy="3143250"/>
          </a:xfrm>
          <a:prstGeom prst="arc">
            <a:avLst/>
          </a:prstGeom>
          <a:noFill/>
          <a:ln w="342900">
            <a:solidFill>
              <a:srgbClr val="EAF3FB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551191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3" descr="{&quot;source_deck&quot;:&quot;识别2-Knight可编辑复刻.pptx&quot;,&quot;source_slide&quot;:1,&quot;source_shape_id&quot;:56,&quot;category&quot;:&quot;basic_shapes&quot;,&quot;id&quot;:&quot;shape-0003&quot;}">
            <a:extLst>
              <a:ext uri="{FF2B5EF4-FFF2-40B4-BE49-F238E27FC236}">
                <a16:creationId xmlns:a16="http://schemas.microsoft.com/office/drawing/2014/main" id="{DD4C481D-FE21-B702-1DFE-B1C692F85EF2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1768B5"/>
          </a:solidFill>
          <a:ln w="9525">
            <a:solidFill>
              <a:srgbClr val="1768B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17851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6" descr="{&quot;source_deck&quot;:&quot;识别2-Knight可编辑复刻.pptx&quot;,&quot;source_slide&quot;:1,&quot;source_shape_id&quot;:63,&quot;category&quot;:&quot;basic_shapes&quot;,&quot;id&quot;:&quot;shape-0006&quot;}">
            <a:extLst>
              <a:ext uri="{FF2B5EF4-FFF2-40B4-BE49-F238E27FC236}">
                <a16:creationId xmlns:a16="http://schemas.microsoft.com/office/drawing/2014/main" id="{25B6CC6C-7391-4E71-BE3C-114E70945E5C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8B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427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0" descr="{&quot;source_deck&quot;:&quot;识别3-Knight可编辑复刻.pptx&quot;,&quot;source_slide&quot;:1,&quot;source_shape_id&quot;:15,&quot;category&quot;:&quot;basic_shapes&quot;,&quot;id&quot;:&quot;shape-0020&quot;}">
            <a:extLst>
              <a:ext uri="{FF2B5EF4-FFF2-40B4-BE49-F238E27FC236}">
                <a16:creationId xmlns:a16="http://schemas.microsoft.com/office/drawing/2014/main" id="{7F49865D-EA04-B6EC-F201-42914EF8F4AF}"/>
              </a:ext>
            </a:extLst>
          </p:cNvPr>
          <p:cNvSpPr>
            <a:spLocks noGrp="1" noChangeAspect="1"/>
          </p:cNvSpPr>
          <p:nvPr/>
        </p:nvSpPr>
        <p:spPr>
          <a:xfrm rot="-420000">
            <a:off x="4055742" y="2707685"/>
            <a:ext cx="2844609" cy="2884958"/>
          </a:xfrm>
          <a:prstGeom prst="arc">
            <a:avLst>
              <a:gd name="adj1" fmla="val 16200000"/>
              <a:gd name="adj2" fmla="val 0"/>
            </a:avLst>
          </a:prstGeom>
          <a:noFill/>
          <a:ln w="123825">
            <a:solidFill>
              <a:srgbClr val="2E80C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129024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4" descr="{&quot;source_deck&quot;:&quot;识别3-Knight可编辑复刻.pptx&quot;,&quot;source_slide&quot;:1,&quot;source_shape_id&quot;:16,&quot;category&quot;:&quot;basic_shapes&quot;,&quot;id&quot;:&quot;shape-0004&quot;}">
            <a:extLst>
              <a:ext uri="{FF2B5EF4-FFF2-40B4-BE49-F238E27FC236}">
                <a16:creationId xmlns:a16="http://schemas.microsoft.com/office/drawing/2014/main" id="{4C184C42-1E19-D123-9DC9-A5EE3116D109}"/>
              </a:ext>
            </a:extLst>
          </p:cNvPr>
          <p:cNvSpPr>
            <a:spLocks noGrp="1" noChangeAspect="1"/>
          </p:cNvSpPr>
          <p:nvPr/>
        </p:nvSpPr>
        <p:spPr>
          <a:xfrm rot="10620000">
            <a:off x="5300180" y="1178687"/>
            <a:ext cx="3022116" cy="3000374"/>
          </a:xfrm>
          <a:prstGeom prst="arc">
            <a:avLst>
              <a:gd name="adj1" fmla="val 16200000"/>
              <a:gd name="adj2" fmla="val 0"/>
            </a:avLst>
          </a:prstGeom>
          <a:noFill/>
          <a:ln w="47625">
            <a:solidFill>
              <a:srgbClr val="CDE4F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394918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1" descr="{&quot;source_deck&quot;:&quot;识别3-Knight可编辑复刻.pptx&quot;,&quot;source_slide&quot;:1,&quot;source_shape_id&quot;:19,&quot;category&quot;:&quot;basic_shapes&quot;,&quot;id&quot;:&quot;shape-0031&quot;}">
            <a:extLst>
              <a:ext uri="{FF2B5EF4-FFF2-40B4-BE49-F238E27FC236}">
                <a16:creationId xmlns:a16="http://schemas.microsoft.com/office/drawing/2014/main" id="{DE7B1666-709E-DA72-97EF-FBA93BE160B2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DEECF9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352701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5" descr="{&quot;source_deck&quot;:&quot;七页原图批量可编辑复刻.pptx&quot;,&quot;source_slide&quot;:1,&quot;source_shape_id&quot;:3,&quot;category&quot;:&quot;basic_shapes&quot;,&quot;id&quot;:&quot;shape-0015&quot;}">
            <a:extLst>
              <a:ext uri="{FF2B5EF4-FFF2-40B4-BE49-F238E27FC236}">
                <a16:creationId xmlns:a16="http://schemas.microsoft.com/office/drawing/2014/main" id="{D18CB4C5-5D5C-0F70-9BF0-D0B178116EF0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22863"/>
            <a:ext cx="1587500" cy="1212274"/>
          </a:xfrm>
          <a:prstGeom prst="parallelogram">
            <a:avLst/>
          </a:prstGeom>
          <a:solidFill>
            <a:srgbClr val="2377E6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718629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8" descr="{&quot;source_deck&quot;:&quot;七页原图批量可编辑复刻.pptx&quot;,&quot;source_slide&quot;:2,&quot;source_shape_id&quot;:3,&quot;category&quot;:&quot;basic_shapes&quot;,&quot;id&quot;:&quot;shape-0008&quot;}">
            <a:extLst>
              <a:ext uri="{FF2B5EF4-FFF2-40B4-BE49-F238E27FC236}">
                <a16:creationId xmlns:a16="http://schemas.microsoft.com/office/drawing/2014/main" id="{D07B7F3F-35F5-9ED3-1260-9E36F89AE6E3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22864"/>
            <a:ext cx="1587500" cy="1212273"/>
          </a:xfrm>
          <a:prstGeom prst="parallelogram">
            <a:avLst/>
          </a:prstGeom>
          <a:solidFill>
            <a:srgbClr val="2377E6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606651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5" descr="{&quot;source_deck&quot;:&quot;七页原图批量可编辑复刻.pptx&quot;,&quot;source_slide&quot;:4,&quot;source_shape_id&quot;:4,&quot;category&quot;:&quot;basic_shapes&quot;,&quot;id&quot;:&quot;shape-0005&quot;}">
            <a:extLst>
              <a:ext uri="{FF2B5EF4-FFF2-40B4-BE49-F238E27FC236}">
                <a16:creationId xmlns:a16="http://schemas.microsoft.com/office/drawing/2014/main" id="{91A891C0-9E2C-A293-0471-053462BAF248}"/>
              </a:ext>
            </a:extLst>
          </p:cNvPr>
          <p:cNvSpPr>
            <a:spLocks noGrp="1"/>
          </p:cNvSpPr>
          <p:nvPr/>
        </p:nvSpPr>
        <p:spPr>
          <a:xfrm>
            <a:off x="5014913" y="3124200"/>
            <a:ext cx="2162175" cy="609600"/>
          </a:xfrm>
          <a:prstGeom prst="parallelogram">
            <a:avLst/>
          </a:prstGeom>
          <a:solidFill>
            <a:srgbClr val="155D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224476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4" descr="{&quot;source_deck&quot;:&quot;rebuilt-slide-01.pptx&quot;,&quot;source_slide&quot;:1,&quot;source_shape_id&quot;:7,&quot;category&quot;:&quot;basic_shapes&quot;,&quot;id&quot;:&quot;shape-0034&quot;}">
            <a:extLst>
              <a:ext uri="{FF2B5EF4-FFF2-40B4-BE49-F238E27FC236}">
                <a16:creationId xmlns:a16="http://schemas.microsoft.com/office/drawing/2014/main" id="{331BC29A-BA06-4959-523B-C7A7E44F9A41}"/>
              </a:ext>
            </a:extLst>
          </p:cNvPr>
          <p:cNvSpPr>
            <a:spLocks noChangeAspect="1"/>
          </p:cNvSpPr>
          <p:nvPr/>
        </p:nvSpPr>
        <p:spPr>
          <a:xfrm>
            <a:off x="5302250" y="2985434"/>
            <a:ext cx="1587500" cy="88713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1920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4" descr="{&quot;source_deck&quot;:&quot;rebuilt-slide-01.pptx&quot;,&quot;source_slide&quot;:1,&quot;source_shape_id&quot;:29,&quot;category&quot;:&quot;basic_shapes&quot;,&quot;id&quot;:&quot;shape-0014&quot;}">
            <a:extLst>
              <a:ext uri="{FF2B5EF4-FFF2-40B4-BE49-F238E27FC236}">
                <a16:creationId xmlns:a16="http://schemas.microsoft.com/office/drawing/2014/main" id="{C9984FDF-ABDC-7ED2-89B8-DC4B0D000138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623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8" descr="{&quot;source_deck&quot;:&quot;rebuilt-slide-01.pptx&quot;,&quot;source_slide&quot;:1,&quot;source_shape_id&quot;:31,&quot;category&quot;:&quot;basic_shapes&quot;,&quot;id&quot;:&quot;shape-0018&quot;}">
            <a:extLst>
              <a:ext uri="{FF2B5EF4-FFF2-40B4-BE49-F238E27FC236}">
                <a16:creationId xmlns:a16="http://schemas.microsoft.com/office/drawing/2014/main" id="{4F95D22E-9BF4-FB35-9C31-8815BF35DFBD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378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07" descr="{&quot;source_deck&quot;:&quot;rebuilt-slide-01.pptx&quot;,&quot;source_slide&quot;:1,&quot;source_shape_id&quot;:35,&quot;category&quot;:&quot;basic_shapes&quot;,&quot;id&quot;:&quot;shape-0007&quot;}">
            <a:extLst>
              <a:ext uri="{FF2B5EF4-FFF2-40B4-BE49-F238E27FC236}">
                <a16:creationId xmlns:a16="http://schemas.microsoft.com/office/drawing/2014/main" id="{4D21219B-897D-A7C0-021B-DD4FF57AC91B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963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7" descr="{&quot;source_deck&quot;:&quot;rebuilt-slide-01.pptx&quot;,&quot;source_slide&quot;:1,&quot;source_shape_id&quot;:59,&quot;category&quot;:&quot;basic_shapes&quot;,&quot;id&quot;:&quot;shape-0027&quot;}">
            <a:extLst>
              <a:ext uri="{FF2B5EF4-FFF2-40B4-BE49-F238E27FC236}">
                <a16:creationId xmlns:a16="http://schemas.microsoft.com/office/drawing/2014/main" id="{7D6FF7A3-2859-9017-6F46-720195929B13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7062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4" descr="{&quot;source_deck&quot;:&quot;rebuilt-slide-01.pptx&quot;,&quot;source_slide&quot;:1,&quot;source_shape_id&quot;:61,&quot;category&quot;:&quot;basic_shapes&quot;,&quot;id&quot;:&quot;shape-0024&quot;}">
            <a:extLst>
              <a:ext uri="{FF2B5EF4-FFF2-40B4-BE49-F238E27FC236}">
                <a16:creationId xmlns:a16="http://schemas.microsoft.com/office/drawing/2014/main" id="{8C18DDBB-2B9C-60BC-84BC-FB3B0A99AB77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9101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9" descr="{&quot;source_deck&quot;:&quot;rebuilt-slide-01.pptx&quot;,&quot;source_slide&quot;:1,&quot;source_shape_id&quot;:72,&quot;category&quot;:&quot;basic_shapes&quot;,&quot;id&quot;:&quot;shape-0039&quot;}">
            <a:extLst>
              <a:ext uri="{FF2B5EF4-FFF2-40B4-BE49-F238E27FC236}">
                <a16:creationId xmlns:a16="http://schemas.microsoft.com/office/drawing/2014/main" id="{ED9E8DA1-AF89-146B-282F-5C7FC16D2FF6}"/>
              </a:ext>
            </a:extLst>
          </p:cNvPr>
          <p:cNvSpPr>
            <a:spLocks noChangeAspect="1"/>
          </p:cNvSpPr>
          <p:nvPr/>
        </p:nvSpPr>
        <p:spPr>
          <a:xfrm>
            <a:off x="5302250" y="2985434"/>
            <a:ext cx="1587500" cy="88713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364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2" descr="{&quot;source_deck&quot;:&quot;rebuilt-slide-01.pptx&quot;,&quot;source_slide&quot;:1,&quot;source_shape_id&quot;:191,&quot;category&quot;:&quot;basic_shapes&quot;,&quot;id&quot;:&quot;shape-0022&quot;}">
            <a:extLst>
              <a:ext uri="{FF2B5EF4-FFF2-40B4-BE49-F238E27FC236}">
                <a16:creationId xmlns:a16="http://schemas.microsoft.com/office/drawing/2014/main" id="{C513D11E-4A73-5CEB-3DEC-5EBF548DF575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noFill/>
          <a:ln w="19050">
            <a:solidFill>
              <a:srgbClr val="1F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877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2" descr="{&quot;source_deck&quot;:&quot;rebuilt-slide-01.pptx&quot;,&quot;source_slide&quot;:1,&quot;source_shape_id&quot;:203,&quot;category&quot;:&quot;basic_shapes&quot;,&quot;id&quot;:&quot;shape-0012&quot;}">
            <a:extLst>
              <a:ext uri="{FF2B5EF4-FFF2-40B4-BE49-F238E27FC236}">
                <a16:creationId xmlns:a16="http://schemas.microsoft.com/office/drawing/2014/main" id="{99621276-8101-1843-0019-3F10298E071E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629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9" descr="{&quot;source_deck&quot;:&quot;rebuilt-slide-01.pptx&quot;,&quot;source_slide&quot;:1,&quot;source_shape_id&quot;:208,&quot;category&quot;:&quot;basic_shapes&quot;,&quot;id&quot;:&quot;shape-0019&quot;}">
            <a:extLst>
              <a:ext uri="{FF2B5EF4-FFF2-40B4-BE49-F238E27FC236}">
                <a16:creationId xmlns:a16="http://schemas.microsoft.com/office/drawing/2014/main" id="{0D485E44-271A-3911-CE27-4B20E32ED2FF}"/>
              </a:ext>
            </a:extLst>
          </p:cNvPr>
          <p:cNvSpPr>
            <a:spLocks noChangeAspect="1"/>
          </p:cNvSpPr>
          <p:nvPr/>
        </p:nvSpPr>
        <p:spPr>
          <a:xfrm>
            <a:off x="5302250" y="2985434"/>
            <a:ext cx="1587500" cy="88713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6574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0" descr="{&quot;source_deck&quot;:&quot;rebuilt-slide-01.pptx&quot;,&quot;source_slide&quot;:1,&quot;source_shape_id&quot;:227,&quot;category&quot;:&quot;basic_shapes&quot;,&quot;id&quot;:&quot;shape-0030&quot;}">
            <a:extLst>
              <a:ext uri="{FF2B5EF4-FFF2-40B4-BE49-F238E27FC236}">
                <a16:creationId xmlns:a16="http://schemas.microsoft.com/office/drawing/2014/main" id="{554B0864-9726-D426-2713-D3357C2C91EA}"/>
              </a:ext>
            </a:extLst>
          </p:cNvPr>
          <p:cNvSpPr/>
          <p:nvPr/>
        </p:nvSpPr>
        <p:spPr>
          <a:xfrm>
            <a:off x="5291328" y="3072384"/>
            <a:ext cx="1609344" cy="71323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7280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25" descr="{&quot;source_deck&quot;:&quot;rebuilt-slide-02.pptx&quot;,&quot;source_slide&quot;:1,&quot;source_shape_id&quot;:8,&quot;category&quot;:&quot;basic_shapes&quot;,&quot;id&quot;:&quot;shape-0025&quot;}">
            <a:extLst>
              <a:ext uri="{FF2B5EF4-FFF2-40B4-BE49-F238E27FC236}">
                <a16:creationId xmlns:a16="http://schemas.microsoft.com/office/drawing/2014/main" id="{8E39B402-7C7D-8BDA-99FF-C190A76DB36B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2543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16" descr="{&quot;source_deck&quot;:&quot;rebuilt-slide-02.pptx&quot;,&quot;source_slide&quot;:1,&quot;source_shape_id&quot;:13,&quot;category&quot;:&quot;basic_shapes&quot;,&quot;id&quot;:&quot;shape-0016&quot;}">
            <a:extLst>
              <a:ext uri="{FF2B5EF4-FFF2-40B4-BE49-F238E27FC236}">
                <a16:creationId xmlns:a16="http://schemas.microsoft.com/office/drawing/2014/main" id="{96146323-B892-6ED2-7B7E-C240DD311A0E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8207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0036" descr="{&quot;source_deck&quot;:&quot;rebuilt-slide-02.pptx&quot;,&quot;source_slide&quot;:1,&quot;source_shape_id&quot;:18,&quot;category&quot;:&quot;basic_shapes&quot;,&quot;id&quot;:&quot;shape-0036&quot;}">
            <a:extLst>
              <a:ext uri="{FF2B5EF4-FFF2-40B4-BE49-F238E27FC236}">
                <a16:creationId xmlns:a16="http://schemas.microsoft.com/office/drawing/2014/main" id="{8881CD6D-A4BD-6960-890B-DD7A9C283C9F}"/>
              </a:ext>
            </a:extLst>
          </p:cNvPr>
          <p:cNvSpPr>
            <a:spLocks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solidFill>
            <a:srgbClr val="0E5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94050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1"/>
  <p:tag name="CATEGORY" val="basic_shap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7"/>
  <p:tag name="CATEGORY" val="basic_shap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1"/>
  <p:tag name="CATEGORY" val="basic_shap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3"/>
  <p:tag name="CATEGORY" val="basic_shap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6"/>
  <p:tag name="CATEGORY" val="basic_shap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8"/>
  <p:tag name="CATEGORY" val="basic_shap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1"/>
  <p:tag name="CATEGORY" val="basic_shap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3"/>
  <p:tag name="CATEGORY" val="basic_shap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8"/>
  <p:tag name="CATEGORY" val="basic_shap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9"/>
  <p:tag name="CATEGORY" val="basic_shap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0"/>
  <p:tag name="CATEGORY" val="basic_shap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2"/>
  <p:tag name="CATEGORY" val="basic_shape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5"/>
  <p:tag name="CATEGORY" val="basic_shape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9"/>
  <p:tag name="CATEGORY" val="basic_shap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7"/>
  <p:tag name="CATEGORY" val="basic_shape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2"/>
  <p:tag name="CATEGORY" val="basic_shape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3"/>
  <p:tag name="CATEGORY" val="basic_shape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3"/>
  <p:tag name="CATEGORY" val="basic_shape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6"/>
  <p:tag name="CATEGORY" val="basic_shape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0"/>
  <p:tag name="CATEGORY" val="basic_shape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4"/>
  <p:tag name="CATEGORY" val="basic_shape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1"/>
  <p:tag name="CATEGORY" val="basic_shape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5"/>
  <p:tag name="CATEGORY" val="basic_shape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8"/>
  <p:tag name="CATEGORY" val="basic_shape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5"/>
  <p:tag name="CATEGORY" val="basic_shape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4"/>
  <p:tag name="CATEGORY" val="basic_shape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4"/>
  <p:tag name="CATEGORY" val="basic_shapes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8"/>
  <p:tag name="CATEGORY" val="basic_shapes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07"/>
  <p:tag name="CATEGORY" val="basic_shape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7"/>
  <p:tag name="CATEGORY" val="basic_shape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4"/>
  <p:tag name="CATEGORY" val="basic_shape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9"/>
  <p:tag name="CATEGORY" val="basic_shape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2"/>
  <p:tag name="CATEGORY" val="basic_shape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2"/>
  <p:tag name="CATEGORY" val="basic_shape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9"/>
  <p:tag name="CATEGORY" val="basic_shape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0"/>
  <p:tag name="CATEGORY" val="basic_shape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25"/>
  <p:tag name="CATEGORY" val="basic_shapes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16"/>
  <p:tag name="CATEGORY" val="basic_shape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shape-0036"/>
  <p:tag name="CATEGORY" val="basic_shape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2026-08-22T06:14:16Z</dcterms:created>
  <dcterms:modified xsi:type="dcterms:W3CDTF">2026-08-22T06:14:16Z</dcterms:modified>
</cp:coreProperties>
</file>