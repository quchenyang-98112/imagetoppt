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3624F-D1B8-188C-65F8-F672BC29F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2526B1-0C01-C3F2-AA21-79AC485AA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0CE72B-4701-24FC-3744-DE5A94FD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836C-F7FD-46F6-88C0-A0571CCC52E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6E9C2D-508C-AF87-3BA9-23CA7AEEE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B3F833-9129-CA9F-EC6C-25705347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DDCA8-11A3-46AF-9A46-7909B2C01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71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04C91-71E2-DCA1-6A1F-4AB27FC9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EA5794-D114-252E-BA00-6E081F1AB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0EAB3B-2DD7-19F8-01F2-F34C3C6F2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836C-F7FD-46F6-88C0-A0571CCC52E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BE0362-4321-1A92-D52B-B11D3199D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C9B997-0861-680F-700B-5853FB86C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DDCA8-11A3-46AF-9A46-7909B2C01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621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17914-3402-0D5A-8038-E1E46209F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0F6213-C18D-4215-B8D7-5FA7CFEC4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D58347-7214-3E81-A166-EA7B5B12A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836C-F7FD-46F6-88C0-A0571CCC52E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72E63D-1476-1819-5962-DC7F9DD37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BC6F20-469A-A60B-2375-AFC307867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DDCA8-11A3-46AF-9A46-7909B2C01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702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2FB6D-7EA9-F88A-709D-9CDFAC7F0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A87600-D533-6309-B1D3-E5C259345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4EA695-1344-FF26-A9E9-D9DE4CF2B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D22B50-C858-03C3-AD5D-CB20A5505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836C-F7FD-46F6-88C0-A0571CCC52E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92D9C2-33BA-A2B3-8E3D-A09653CE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0BD0E9-5A83-2304-7759-E7B24E101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DDCA8-11A3-46AF-9A46-7909B2C01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497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CC40C-0911-D37D-5D81-B16569103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931A29-F82A-26B4-896B-B9631D031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872FAC-FB60-C4E5-98BB-EB6D672E3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139821-62AE-5E33-6FBF-439CF7386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974A602-CCA7-3D47-6EC2-3ABFD2BF1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988172-C6E1-4C24-4195-11B886143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836C-F7FD-46F6-88C0-A0571CCC52E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45CB392-D5E6-2858-3D0C-853F26F6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A66F45-A6F2-2CD7-6CF3-B089A2840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DDCA8-11A3-46AF-9A46-7909B2C01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46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986B0-744E-9FB3-5C22-5B64A9D8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764B17-C1BF-FF75-2593-F3FA4F04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836C-F7FD-46F6-88C0-A0571CCC52E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95E7E9-C83A-DB64-A3BF-6CAECE6C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318A7B-934C-6BDB-C43F-3146FBB8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DDCA8-11A3-46AF-9A46-7909B2C01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788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50744E-B1A9-951B-0DFF-AC813785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836C-F7FD-46F6-88C0-A0571CCC52E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45636B-6EF8-E70F-E030-D1CD8EE2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BB5AF3-093A-5FDB-7119-F848ABE38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DDCA8-11A3-46AF-9A46-7909B2C01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13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0430B-94D7-FEF0-0521-926FC6720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392A30-173A-0BB8-CDAC-9D3C510F4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8B33C6-48DB-12D4-3AB5-FECBB89A9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696F5E-81C0-A34C-F248-825897BA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836C-F7FD-46F6-88C0-A0571CCC52E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6D6303-C245-0C6A-34F5-7A9212F9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2F0DE3-9B88-9D9B-D44E-49BE44DC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DDCA8-11A3-46AF-9A46-7909B2C01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402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A73337-0BF6-1A56-6E65-4D6C8CA3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AF1A45-5066-362B-2583-57FED528D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2A39F2-7A7D-0C2B-6423-676348C7D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734F4A-4DEE-AB92-C7AD-D66AD965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836C-F7FD-46F6-88C0-A0571CCC52E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03FA5D-75F4-4A72-2120-B0FABE2C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5A2638-F49E-923F-06F2-EAF311519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DDCA8-11A3-46AF-9A46-7909B2C01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723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D170F-3B85-591F-98FB-90F5DAAA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4DC329-BC31-C22E-9D2C-BB87B2250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3FC9C8-651B-D472-614B-1671516E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836C-F7FD-46F6-88C0-A0571CCC52E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D3DD37-A1F6-C725-E572-B61DF0AFD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00DC2C-99A3-22D3-A8D4-C26DB717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DDCA8-11A3-46AF-9A46-7909B2C01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923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6B7037-D24C-E312-AB0E-8E7469ADC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BC523C-0C9A-B1AB-0564-63B1CA289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147362-0018-C34A-B22B-34C8A77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6836C-F7FD-46F6-88C0-A0571CCC52E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B63D9-8898-0D1B-87DF-48B3A53D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9F6C84-8CF3-604F-8599-599AE5F95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DDCA8-11A3-46AF-9A46-7909B2C01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48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62F68C-3298-3FA6-0D57-AB0BED8E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DB8039-050E-7BA6-EAD1-661D8E625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324C87-569A-9439-3594-A70BA5A9D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6836C-F7FD-46F6-88C0-A0571CCC52E0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781331-EF7F-231F-D6F7-D4F8F0469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7F5089-136F-3BA8-0F10-58EFB228A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DDCA8-11A3-46AF-9A46-7909B2C01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61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shape-0001" descr="{&quot;source_deck&quot;:&quot;识别2-Knight可编辑复刻.pptx&quot;,&quot;source_slide&quot;:1,&quot;source_shape_id&quot;:58,&quot;category&quot;:&quot;decorative_shapes&quot;,&quot;id&quot;:&quot;decor-shape-0001&quot;}">
            <a:extLst>
              <a:ext uri="{FF2B5EF4-FFF2-40B4-BE49-F238E27FC236}">
                <a16:creationId xmlns:a16="http://schemas.microsoft.com/office/drawing/2014/main" id="{004582D2-B509-882D-6169-C8691D7F4F20}"/>
              </a:ext>
            </a:extLst>
          </p:cNvPr>
          <p:cNvSpPr>
            <a:spLocks noGrp="1"/>
          </p:cNvSpPr>
          <p:nvPr/>
        </p:nvSpPr>
        <p:spPr>
          <a:xfrm>
            <a:off x="5505450" y="3357154"/>
            <a:ext cx="1181100" cy="143691"/>
          </a:xfrm>
          <a:custGeom>
            <a:avLst/>
            <a:gdLst/>
            <a:ahLst/>
            <a:cxnLst/>
            <a:rect l="0" t="0" r="0" b="0"/>
            <a:pathLst>
              <a:path w="1181100" h="143691">
                <a:moveTo>
                  <a:pt x="0" y="143691"/>
                </a:moveTo>
                <a:lnTo>
                  <a:pt x="1181100" y="0"/>
                </a:lnTo>
              </a:path>
            </a:pathLst>
          </a:custGeom>
          <a:noFill/>
          <a:ln w="28575">
            <a:solidFill>
              <a:srgbClr val="1768B5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1224614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shape-0002" descr="{&quot;source_deck&quot;:&quot;识别2-Knight可编辑复刻.pptx&quot;,&quot;source_slide&quot;:1,&quot;source_shape_id&quot;:59,&quot;category&quot;:&quot;decorative_shapes&quot;,&quot;id&quot;:&quot;decor-shape-0002&quot;}">
            <a:extLst>
              <a:ext uri="{FF2B5EF4-FFF2-40B4-BE49-F238E27FC236}">
                <a16:creationId xmlns:a16="http://schemas.microsoft.com/office/drawing/2014/main" id="{BA489DD1-242D-1E17-5CEB-202970FFA9F4}"/>
              </a:ext>
            </a:extLst>
          </p:cNvPr>
          <p:cNvSpPr>
            <a:spLocks noGrp="1"/>
          </p:cNvSpPr>
          <p:nvPr/>
        </p:nvSpPr>
        <p:spPr>
          <a:xfrm>
            <a:off x="5505450" y="3339193"/>
            <a:ext cx="1181100" cy="179614"/>
          </a:xfrm>
          <a:custGeom>
            <a:avLst/>
            <a:gdLst/>
            <a:ahLst/>
            <a:cxnLst/>
            <a:rect l="0" t="0" r="0" b="0"/>
            <a:pathLst>
              <a:path w="1181100" h="179614">
                <a:moveTo>
                  <a:pt x="0" y="179614"/>
                </a:moveTo>
                <a:lnTo>
                  <a:pt x="1181100" y="0"/>
                </a:lnTo>
              </a:path>
            </a:pathLst>
          </a:custGeom>
          <a:noFill/>
          <a:ln w="28575">
            <a:solidFill>
              <a:srgbClr val="1768B5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878515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-shape-0003" descr="{&quot;source_deck&quot;:&quot;识别3-Knight可编辑复刻.pptx&quot;,&quot;source_slide&quot;:1,&quot;source_shape_id&quot;:13,&quot;category&quot;:&quot;decorative_shapes&quot;,&quot;id&quot;:&quot;decor-shape-0003&quot;}">
            <a:extLst>
              <a:ext uri="{FF2B5EF4-FFF2-40B4-BE49-F238E27FC236}">
                <a16:creationId xmlns:a16="http://schemas.microsoft.com/office/drawing/2014/main" id="{88439596-BB49-DEEC-4367-DA419327BF2E}"/>
              </a:ext>
            </a:extLst>
          </p:cNvPr>
          <p:cNvSpPr>
            <a:spLocks noGrp="1" noChangeAspect="1"/>
          </p:cNvSpPr>
          <p:nvPr/>
        </p:nvSpPr>
        <p:spPr>
          <a:xfrm>
            <a:off x="1270000" y="3163531"/>
            <a:ext cx="9652000" cy="530939"/>
          </a:xfrm>
          <a:custGeom>
            <a:avLst/>
            <a:gdLst/>
            <a:ahLst/>
            <a:cxnLst/>
            <a:rect l="0" t="0" r="0" b="0"/>
            <a:pathLst>
              <a:path w="11601450" h="638175">
                <a:moveTo>
                  <a:pt x="133350" y="0"/>
                </a:moveTo>
                <a:lnTo>
                  <a:pt x="11477625" y="0"/>
                </a:lnTo>
                <a:lnTo>
                  <a:pt x="11601450" y="114300"/>
                </a:lnTo>
                <a:lnTo>
                  <a:pt x="11601450" y="523875"/>
                </a:lnTo>
                <a:lnTo>
                  <a:pt x="11477625" y="638175"/>
                </a:lnTo>
                <a:lnTo>
                  <a:pt x="0" y="638175"/>
                </a:lnTo>
                <a:lnTo>
                  <a:pt x="133350" y="32385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4B91CD"/>
            </a:solidFill>
            <a:prstDash val="solid"/>
          </a:ln>
        </p:spPr>
      </p:sp>
    </p:spTree>
    <p:custDataLst>
      <p:tags r:id="rId1"/>
    </p:custDataLst>
    <p:extLst>
      <p:ext uri="{BB962C8B-B14F-4D97-AF65-F5344CB8AC3E}">
        <p14:creationId xmlns:p14="http://schemas.microsoft.com/office/powerpoint/2010/main" val="26013328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decor-shape-0001"/>
  <p:tag name="CATEGORY" val="decorative_shap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decor-shape-0002"/>
  <p:tag name="CATEGORY" val="decorative_shap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ID" val="decor-shape-0003"/>
  <p:tag name="CATEGORY" val="decorative_shape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qu</dc:creator>
  <cp:lastModifiedBy>chenyang qu</cp:lastModifiedBy>
  <cp:revision>1</cp:revision>
  <dcterms:created xsi:type="dcterms:W3CDTF">2026-08-22T06:14:42Z</dcterms:created>
  <dcterms:modified xsi:type="dcterms:W3CDTF">2026-08-22T06:14:42Z</dcterms:modified>
</cp:coreProperties>
</file>