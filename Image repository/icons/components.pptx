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2DC11-9430-4E65-EC80-90A7A7D21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D0A67-C38D-E3EF-C5D8-A51A97ED6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71DDCE-DEB1-183C-FFC0-95BCB123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3D80F-8BF1-62ED-57F0-703F84B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A59B2-FD6B-FF4C-5083-8C4326A6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1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5BE80-AA66-05E7-C2FD-301CB1C7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FB4372-C350-B2E1-3C0A-E7AA3913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F052C-19DC-0633-37AD-38A92461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44636-8521-CD93-729B-2A4676E2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AAD74A-1278-191B-B54E-E9641AB4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3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F972E-9E71-C097-A807-3EDF11C3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2ECF5F-982A-E74A-73BC-147B9A53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9DF11-174A-C798-8386-A2F161E5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B1D0B-3C45-51A8-3D56-F9A67C0D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A81B0-1B2F-18E3-F06A-6C13B30F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4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A613D-6FFC-113C-18E7-06F6ED50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6EB8F-1BEC-A818-BC86-17F5CF13C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805121-C19F-2F34-B136-5535356C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6E5E3-E08B-7C45-E45F-0B7D5562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3955B3-B40A-7853-971B-3994C11D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C732B8-176C-487F-2BA4-178A8D84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17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1068-5959-C25B-E787-70BABC42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DA2892-EC34-F722-856D-8F8ED308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EE0D76-758D-1E07-F928-F634C5029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74D7BB-5874-A714-A289-E1277103A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54C7A-84ED-BA68-8A93-466E5C3E9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28E8A0-AF11-15EC-3604-514810CB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87D613-426B-57CD-F824-3BC0CBB9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08BDDF-177D-BF8C-D574-68D022E3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8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BA06B7-0617-A6F9-87E7-FF7556B4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9B6358-B111-8926-B0C5-F680C10F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EA2CA3-68EF-2626-F514-8EF359EF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A5F482-085D-0AED-7273-CACF2778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2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AB454E-E4FF-4A96-E921-DA3AC88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8A2728-A47A-AC75-1A16-1E562C26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4935DC-ED89-5DFC-6D27-34A7A0FE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74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7E656-A067-285F-EC00-5E3A2AEC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C2A550-0AB1-0482-4C49-7FCC82ED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5A0E95-01D8-EAA8-C2DC-2C735856D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C07ED5-BFBB-771A-C891-736B356E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EF04A4-9C05-73A0-A3DC-55E31036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59E8F7-79B9-712A-65A8-FD9F637E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0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1DA06-A49C-EA3E-9FCD-A84789DC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6E7378-3BE6-A73A-BF88-566D30419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CEB6E9-2980-4DFE-D4DC-CFD7726C5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5C2E88-7C0F-0076-69C6-72CB5405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4519E-EC79-CD03-C69A-B963C311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6C2D2B-D108-38A3-1C23-D807C978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687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B3E78-201F-33E2-F713-07091F97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197251-279E-B43D-6745-3B31DFBF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81F4B-EC5A-715A-CBD8-B11B12BF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5AFE43-2ED1-06A1-EBA7-AB3AFC79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87C24-4872-15F5-82B6-4A1DD662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61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6AEB38-061D-514B-00F6-9E2344AB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D13834-D3DE-27CB-9A22-A7628D6D5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9E79B9-F54D-526A-7726-5F240549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8E4F4E-2EF3-5F77-7BAB-A2B7F232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20C08E-0087-DFED-6804-72BA3DBC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86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F80CE8-0D7D-28C4-D9C7-8F1BC386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6DF0A-A138-58EA-B52D-0A73848C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B6B79-9775-989F-841E-5057063F7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845A0-1BFE-4E80-9681-0DB7F28FB017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D65097-CDE2-B2B1-E040-96E4E6582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3B007-730E-E174-7FF1-2298F54FE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D442A-66FE-4FCB-A396-B815FFAAD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44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3" descr="{&quot;source_deck&quot;:&quot;李佳1_快速可编辑复刻.pptx&quot;,&quot;source_slide&quot;:1,&quot;source_shape_id&quot;:120,&quot;category&quot;:&quot;icons&quot;,&quot;id&quot;:&quot;icon-0013&quot;}">
            <a:extLst>
              <a:ext uri="{FF2B5EF4-FFF2-40B4-BE49-F238E27FC236}">
                <a16:creationId xmlns:a16="http://schemas.microsoft.com/office/drawing/2014/main" id="{E03510C1-2F4F-155D-82F9-F4A403E56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52506"/>
            <a:ext cx="1587500" cy="15529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115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7" descr="{&quot;source_deck&quot;:&quot;李佳1_快速可编辑复刻.pptx&quot;,&quot;source_slide&quot;:1,&quot;source_shape_id&quot;:124,&quot;category&quot;:&quot;icons&quot;,&quot;id&quot;:&quot;icon-0047&quot;}">
            <a:extLst>
              <a:ext uri="{FF2B5EF4-FFF2-40B4-BE49-F238E27FC236}">
                <a16:creationId xmlns:a16="http://schemas.microsoft.com/office/drawing/2014/main" id="{DD162D21-2BF1-0B48-09AA-118123B1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47276"/>
            <a:ext cx="1587500" cy="15634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475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2" descr="{&quot;source_deck&quot;:&quot;李佳1_快速可编辑复刻.pptx&quot;,&quot;source_slide&quot;:1,&quot;source_shape_id&quot;:132,&quot;category&quot;:&quot;icons&quot;,&quot;id&quot;:&quot;icon-0032&quot;}">
            <a:extLst>
              <a:ext uri="{FF2B5EF4-FFF2-40B4-BE49-F238E27FC236}">
                <a16:creationId xmlns:a16="http://schemas.microsoft.com/office/drawing/2014/main" id="{FACE9DCB-DBD8-4A43-48B6-C0309E13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47276"/>
            <a:ext cx="1587500" cy="15634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127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8" descr="{&quot;source_deck&quot;:&quot;李佳1_快速可编辑复刻.pptx&quot;,&quot;source_slide&quot;:1,&quot;source_shape_id&quot;:140,&quot;category&quot;:&quot;icons&quot;,&quot;id&quot;:&quot;icon-0068&quot;}">
            <a:extLst>
              <a:ext uri="{FF2B5EF4-FFF2-40B4-BE49-F238E27FC236}">
                <a16:creationId xmlns:a16="http://schemas.microsoft.com/office/drawing/2014/main" id="{B0987B4A-8824-2A3D-99DA-D281FECAE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58944"/>
            <a:ext cx="1587500" cy="15401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909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3" descr="{&quot;source_deck&quot;:&quot;李佳1_快速可编辑复刻.pptx&quot;,&quot;source_slide&quot;:1,&quot;source_shape_id&quot;:210,&quot;category&quot;:&quot;icons&quot;,&quot;id&quot;:&quot;icon-0023&quot;}">
            <a:extLst>
              <a:ext uri="{FF2B5EF4-FFF2-40B4-BE49-F238E27FC236}">
                <a16:creationId xmlns:a16="http://schemas.microsoft.com/office/drawing/2014/main" id="{F0BC71DF-29A9-01D7-7DF6-7E2A9B87B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771023"/>
            <a:ext cx="1587500" cy="13159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09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4" descr="{&quot;source_deck&quot;:&quot;李佳1_快速可编辑复刻.pptx&quot;,&quot;source_slide&quot;:1,&quot;source_shape_id&quot;:221,&quot;category&quot;:&quot;icons&quot;,&quot;id&quot;:&quot;icon-0054&quot;}">
            <a:extLst>
              <a:ext uri="{FF2B5EF4-FFF2-40B4-BE49-F238E27FC236}">
                <a16:creationId xmlns:a16="http://schemas.microsoft.com/office/drawing/2014/main" id="{FD2C1984-B122-26A6-41FE-B447C465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98246"/>
            <a:ext cx="1587500" cy="14615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361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0" descr="{&quot;source_deck&quot;:&quot;识别2-Knight可编辑复刻.pptx&quot;,&quot;source_slide&quot;:1,&quot;source_shape_id&quot;:109,&quot;category&quot;:&quot;icons&quot;,&quot;id&quot;:&quot;icon-0010&quot;}">
            <a:extLst>
              <a:ext uri="{FF2B5EF4-FFF2-40B4-BE49-F238E27FC236}">
                <a16:creationId xmlns:a16="http://schemas.microsoft.com/office/drawing/2014/main" id="{90626C30-63A4-9D3C-F4E1-C6BF33F75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310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7" descr="{&quot;source_deck&quot;:&quot;识别2-Knight可编辑复刻.pptx&quot;,&quot;source_slide&quot;:1,&quot;source_shape_id&quot;:119,&quot;category&quot;:&quot;icons&quot;,&quot;id&quot;:&quot;icon-0007&quot;}">
            <a:extLst>
              <a:ext uri="{FF2B5EF4-FFF2-40B4-BE49-F238E27FC236}">
                <a16:creationId xmlns:a16="http://schemas.microsoft.com/office/drawing/2014/main" id="{A01C667A-9BAE-B2E3-E1D3-A01F6924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578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5" descr="{&quot;source_deck&quot;:&quot;识别2-Knight可编辑复刻.pptx&quot;,&quot;source_slide&quot;:1,&quot;source_shape_id&quot;:128,&quot;category&quot;:&quot;icons&quot;,&quot;id&quot;:&quot;icon-0055&quot;}">
            <a:extLst>
              <a:ext uri="{FF2B5EF4-FFF2-40B4-BE49-F238E27FC236}">
                <a16:creationId xmlns:a16="http://schemas.microsoft.com/office/drawing/2014/main" id="{B4280B1D-101D-1F9F-6D2D-9FFF6FEE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309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0" descr="{&quot;source_deck&quot;:&quot;识别2-Knight可编辑复刻.pptx&quot;,&quot;source_slide&quot;:1,&quot;source_shape_id&quot;:184,&quot;category&quot;:&quot;icons&quot;,&quot;id&quot;:&quot;icon-0030&quot;}">
            <a:extLst>
              <a:ext uri="{FF2B5EF4-FFF2-40B4-BE49-F238E27FC236}">
                <a16:creationId xmlns:a16="http://schemas.microsoft.com/office/drawing/2014/main" id="{DA30530B-B9FF-2574-BEC3-511C1EB1A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00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9" descr="{&quot;source_deck&quot;:&quot;识别2-Knight可编辑复刻.pptx&quot;,&quot;source_slide&quot;:1,&quot;source_shape_id&quot;:188,&quot;category&quot;:&quot;icons&quot;,&quot;id&quot;:&quot;icon-0009&quot;}">
            <a:extLst>
              <a:ext uri="{FF2B5EF4-FFF2-40B4-BE49-F238E27FC236}">
                <a16:creationId xmlns:a16="http://schemas.microsoft.com/office/drawing/2014/main" id="{108CF85F-FF67-6D3F-7B4E-C4C739009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682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6" descr="{&quot;source_deck&quot;:&quot;识别2-Knight可编辑复刻.pptx&quot;,&quot;source_slide&quot;:1,&quot;source_shape_id&quot;:192,&quot;category&quot;:&quot;icons&quot;,&quot;id&quot;:&quot;icon-0056&quot;}">
            <a:extLst>
              <a:ext uri="{FF2B5EF4-FFF2-40B4-BE49-F238E27FC236}">
                <a16:creationId xmlns:a16="http://schemas.microsoft.com/office/drawing/2014/main" id="{8E48FD27-A49C-9145-AE52-63DC94535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6567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2" descr="{&quot;source_deck&quot;:&quot;识别3-Knight可编辑复刻.pptx&quot;,&quot;source_slide&quot;:1,&quot;source_shape_id&quot;:94,&quot;category&quot;:&quot;icons&quot;,&quot;id&quot;:&quot;icon-0002&quot;}">
            <a:extLst>
              <a:ext uri="{FF2B5EF4-FFF2-40B4-BE49-F238E27FC236}">
                <a16:creationId xmlns:a16="http://schemas.microsoft.com/office/drawing/2014/main" id="{F31B5F7C-40E5-45DE-E58F-B53045E21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27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5" descr="{&quot;source_deck&quot;:&quot;识别3-Knight可编辑复刻.pptx&quot;,&quot;source_slide&quot;:1,&quot;source_shape_id&quot;:103,&quot;category&quot;:&quot;icons&quot;,&quot;id&quot;:&quot;icon-0025&quot;}">
            <a:extLst>
              <a:ext uri="{FF2B5EF4-FFF2-40B4-BE49-F238E27FC236}">
                <a16:creationId xmlns:a16="http://schemas.microsoft.com/office/drawing/2014/main" id="{FF3576D3-54B7-899A-08FE-23EC78429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524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1" descr="{&quot;source_deck&quot;:&quot;识别3-Knight可编辑复刻.pptx&quot;,&quot;source_slide&quot;:1,&quot;source_shape_id&quot;:111,&quot;category&quot;:&quot;icons&quot;,&quot;id&quot;:&quot;icon-0031&quot;}">
            <a:extLst>
              <a:ext uri="{FF2B5EF4-FFF2-40B4-BE49-F238E27FC236}">
                <a16:creationId xmlns:a16="http://schemas.microsoft.com/office/drawing/2014/main" id="{B741E429-0912-A6DB-ABBC-495578863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058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8" descr="{&quot;source_deck&quot;:&quot;识别3-Knight可编辑复刻.pptx&quot;,&quot;source_slide&quot;:1,&quot;source_shape_id&quot;:119,&quot;category&quot;:&quot;icons&quot;,&quot;id&quot;:&quot;icon-0028&quot;}">
            <a:extLst>
              <a:ext uri="{FF2B5EF4-FFF2-40B4-BE49-F238E27FC236}">
                <a16:creationId xmlns:a16="http://schemas.microsoft.com/office/drawing/2014/main" id="{7F945C56-0EDC-F208-A708-B4D8ABC25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1824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4" descr="{&quot;source_deck&quot;:&quot;识别3-Knight可编辑复刻.pptx&quot;,&quot;source_slide&quot;:1,&quot;source_shape_id&quot;:146,&quot;category&quot;:&quot;icons&quot;,&quot;id&quot;:&quot;icon-0064&quot;}">
            <a:extLst>
              <a:ext uri="{FF2B5EF4-FFF2-40B4-BE49-F238E27FC236}">
                <a16:creationId xmlns:a16="http://schemas.microsoft.com/office/drawing/2014/main" id="{A0C4473B-30AC-22D9-9D83-DB0880C16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34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9" descr="{&quot;source_deck&quot;:&quot;识别3-Knight可编辑复刻.pptx&quot;,&quot;source_slide&quot;:1,&quot;source_shape_id&quot;:151,&quot;category&quot;:&quot;icons&quot;,&quot;id&quot;:&quot;icon-0029&quot;}">
            <a:extLst>
              <a:ext uri="{FF2B5EF4-FFF2-40B4-BE49-F238E27FC236}">
                <a16:creationId xmlns:a16="http://schemas.microsoft.com/office/drawing/2014/main" id="{A2F38E8B-727E-A504-A123-180CF930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669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3" descr="{&quot;source_deck&quot;:&quot;识别3-Knight可编辑复刻.pptx&quot;,&quot;source_slide&quot;:1,&quot;source_shape_id&quot;:156,&quot;category&quot;:&quot;icons&quot;,&quot;id&quot;:&quot;icon-0053&quot;}">
            <a:extLst>
              <a:ext uri="{FF2B5EF4-FFF2-40B4-BE49-F238E27FC236}">
                <a16:creationId xmlns:a16="http://schemas.microsoft.com/office/drawing/2014/main" id="{C0BF2878-C497-FE9B-DE50-FB9CB854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8403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1" descr="{&quot;source_deck&quot;:&quot;识别3-Knight可编辑复刻.pptx&quot;,&quot;source_slide&quot;:1,&quot;source_shape_id&quot;:161,&quot;category&quot;:&quot;icons&quot;,&quot;id&quot;:&quot;icon-0001&quot;}">
            <a:extLst>
              <a:ext uri="{FF2B5EF4-FFF2-40B4-BE49-F238E27FC236}">
                <a16:creationId xmlns:a16="http://schemas.microsoft.com/office/drawing/2014/main" id="{7588AC7A-3458-7C44-F4E9-FA4153D9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2705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1" descr="{&quot;source_deck&quot;:&quot;party-semantic-editable.pptx&quot;,&quot;source_slide&quot;:1,&quot;source_shape_id&quot;:30,&quot;category&quot;:&quot;icons&quot;,&quot;id&quot;:&quot;icon-0021&quot;}">
            <a:extLst>
              <a:ext uri="{FF2B5EF4-FFF2-40B4-BE49-F238E27FC236}">
                <a16:creationId xmlns:a16="http://schemas.microsoft.com/office/drawing/2014/main" id="{267355A3-BD1E-7100-BF0C-F7D090D50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940050"/>
            <a:ext cx="1587500" cy="977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1615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9" descr="{&quot;source_deck&quot;:&quot;party-semantic-editable.pptx&quot;,&quot;source_slide&quot;:1,&quot;source_shape_id&quot;:31,&quot;category&quot;:&quot;icons&quot;,&quot;id&quot;:&quot;icon-0019&quot;}">
            <a:extLst>
              <a:ext uri="{FF2B5EF4-FFF2-40B4-BE49-F238E27FC236}">
                <a16:creationId xmlns:a16="http://schemas.microsoft.com/office/drawing/2014/main" id="{56FB212F-B9A0-0C01-66CC-3C620CC5A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721061"/>
            <a:ext cx="1587500" cy="14158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4485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2" descr="{&quot;source_deck&quot;:&quot;party-semantic-editable.pptx&quot;,&quot;source_slide&quot;:1,&quot;source_shape_id&quot;:32,&quot;category&quot;:&quot;icons&quot;,&quot;id&quot;:&quot;icon-0042&quot;}">
            <a:extLst>
              <a:ext uri="{FF2B5EF4-FFF2-40B4-BE49-F238E27FC236}">
                <a16:creationId xmlns:a16="http://schemas.microsoft.com/office/drawing/2014/main" id="{757334EF-91AD-0222-C1B0-ACC6D2EC9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806700"/>
            <a:ext cx="1587500" cy="1244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9219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4" descr="{&quot;source_deck&quot;:&quot;party-semantic-editable.pptx&quot;,&quot;source_slide&quot;:1,&quot;source_shape_id&quot;:33,&quot;category&quot;:&quot;icons&quot;,&quot;id&quot;:&quot;icon-0014&quot;}">
            <a:extLst>
              <a:ext uri="{FF2B5EF4-FFF2-40B4-BE49-F238E27FC236}">
                <a16:creationId xmlns:a16="http://schemas.microsoft.com/office/drawing/2014/main" id="{F2D23312-3B92-CF92-F101-109A2D17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755900"/>
            <a:ext cx="1587500" cy="1346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8293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7" descr="{&quot;source_deck&quot;:&quot;party-semantic-editable.pptx&quot;,&quot;source_slide&quot;:1,&quot;source_shape_id&quot;:34,&quot;category&quot;:&quot;icons&quot;,&quot;id&quot;:&quot;icon-0037&quot;}">
            <a:extLst>
              <a:ext uri="{FF2B5EF4-FFF2-40B4-BE49-F238E27FC236}">
                <a16:creationId xmlns:a16="http://schemas.microsoft.com/office/drawing/2014/main" id="{B9881DDA-55D4-1B2D-7357-08E72D34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86225"/>
            <a:ext cx="1587500" cy="14855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6060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7" descr="{&quot;source_deck&quot;:&quot;party-semantic-editable.pptx&quot;,&quot;source_slide&quot;:1,&quot;source_shape_id&quot;:35,&quot;category&quot;:&quot;icons&quot;,&quot;id&quot;:&quot;icon-0017&quot;}">
            <a:extLst>
              <a:ext uri="{FF2B5EF4-FFF2-40B4-BE49-F238E27FC236}">
                <a16:creationId xmlns:a16="http://schemas.microsoft.com/office/drawing/2014/main" id="{1C64EA37-D718-37F1-E6A5-4D463C55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914650"/>
            <a:ext cx="1587500" cy="1028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3940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0" descr="{&quot;source_deck&quot;:&quot;rebuilt-slide-01.pptx&quot;,&quot;source_slide&quot;:1,&quot;source_shape_id&quot;:10,&quot;category&quot;:&quot;icons&quot;,&quot;id&quot;:&quot;icon-0060&quot;}">
            <a:extLst>
              <a:ext uri="{FF2B5EF4-FFF2-40B4-BE49-F238E27FC236}">
                <a16:creationId xmlns:a16="http://schemas.microsoft.com/office/drawing/2014/main" id="{6CD9D176-AEC5-5DF3-A442-9B354875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996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6" descr="{&quot;source_deck&quot;:&quot;rebuilt-slide-01.pptx&quot;,&quot;source_slide&quot;:1,&quot;source_shape_id&quot;:14,&quot;category&quot;:&quot;icons&quot;,&quot;id&quot;:&quot;icon-0036&quot;}">
            <a:extLst>
              <a:ext uri="{FF2B5EF4-FFF2-40B4-BE49-F238E27FC236}">
                <a16:creationId xmlns:a16="http://schemas.microsoft.com/office/drawing/2014/main" id="{E71C465D-AEAF-FF38-FAA2-67E134B14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0179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4" descr="{&quot;source_deck&quot;:&quot;rebuilt-slide-01.pptx&quot;,&quot;source_slide&quot;:1,&quot;source_shape_id&quot;:18,&quot;category&quot;:&quot;icons&quot;,&quot;id&quot;:&quot;icon-0044&quot;}">
            <a:extLst>
              <a:ext uri="{FF2B5EF4-FFF2-40B4-BE49-F238E27FC236}">
                <a16:creationId xmlns:a16="http://schemas.microsoft.com/office/drawing/2014/main" id="{64F47CCA-3112-60C8-EC47-FF77F454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0176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6" descr="{&quot;source_deck&quot;:&quot;rebuilt-slide-01.pptx&quot;,&quot;source_slide&quot;:1,&quot;source_shape_id&quot;:22,&quot;category&quot;:&quot;icons&quot;,&quot;id&quot;:&quot;icon-0046&quot;}">
            <a:extLst>
              <a:ext uri="{FF2B5EF4-FFF2-40B4-BE49-F238E27FC236}">
                <a16:creationId xmlns:a16="http://schemas.microsoft.com/office/drawing/2014/main" id="{08F6F40E-5362-3AFA-CBAD-3C44C1EA5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7356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4" descr="{&quot;source_deck&quot;:&quot;rebuilt-slide-01.pptx&quot;,&quot;source_slide&quot;:1,&quot;source_shape_id&quot;:30,&quot;category&quot;:&quot;icons&quot;,&quot;id&quot;:&quot;icon-0034&quot;}">
            <a:extLst>
              <a:ext uri="{FF2B5EF4-FFF2-40B4-BE49-F238E27FC236}">
                <a16:creationId xmlns:a16="http://schemas.microsoft.com/office/drawing/2014/main" id="{B92657EE-15C5-B153-EE33-CCB2CD1E9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9649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8" descr="{&quot;source_deck&quot;:&quot;rebuilt-slide-01.pptx&quot;,&quot;source_slide&quot;:1,&quot;source_shape_id&quot;:36,&quot;category&quot;:&quot;icons&quot;,&quot;id&quot;:&quot;icon-0038&quot;}">
            <a:extLst>
              <a:ext uri="{FF2B5EF4-FFF2-40B4-BE49-F238E27FC236}">
                <a16:creationId xmlns:a16="http://schemas.microsoft.com/office/drawing/2014/main" id="{67407AAB-BB90-D4C6-7EE8-5A742E1F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6439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2" descr="{&quot;source_deck&quot;:&quot;rebuilt-slide-01.pptx&quot;,&quot;source_slide&quot;:1,&quot;source_shape_id&quot;:42,&quot;category&quot;:&quot;icons&quot;,&quot;id&quot;:&quot;icon-0012&quot;}">
            <a:extLst>
              <a:ext uri="{FF2B5EF4-FFF2-40B4-BE49-F238E27FC236}">
                <a16:creationId xmlns:a16="http://schemas.microsoft.com/office/drawing/2014/main" id="{13BDF312-FA08-E347-70CE-EAD964D6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7791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7" descr="{&quot;source_deck&quot;:&quot;rebuilt-slide-01.pptx&quot;,&quot;source_slide&quot;:1,&quot;source_shape_id&quot;:48,&quot;category&quot;:&quot;icons&quot;,&quot;id&quot;:&quot;icon-0067&quot;}">
            <a:extLst>
              <a:ext uri="{FF2B5EF4-FFF2-40B4-BE49-F238E27FC236}">
                <a16:creationId xmlns:a16="http://schemas.microsoft.com/office/drawing/2014/main" id="{6FDA92F3-C265-579C-25AC-EFEBA176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6869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3" descr="{&quot;source_deck&quot;:&quot;rebuilt-slide-01.pptx&quot;,&quot;source_slide&quot;:1,&quot;source_shape_id&quot;:54,&quot;category&quot;:&quot;icons&quot;,&quot;id&quot;:&quot;icon-0033&quot;}">
            <a:extLst>
              <a:ext uri="{FF2B5EF4-FFF2-40B4-BE49-F238E27FC236}">
                <a16:creationId xmlns:a16="http://schemas.microsoft.com/office/drawing/2014/main" id="{4E9BFEEB-6DA4-8AA8-5267-490556412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9816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3" descr="{&quot;source_deck&quot;:&quot;rebuilt-slide-01.pptx&quot;,&quot;source_slide&quot;:1,&quot;source_shape_id&quot;:60,&quot;category&quot;:&quot;icons&quot;,&quot;id&quot;:&quot;icon-0043&quot;}">
            <a:extLst>
              <a:ext uri="{FF2B5EF4-FFF2-40B4-BE49-F238E27FC236}">
                <a16:creationId xmlns:a16="http://schemas.microsoft.com/office/drawing/2014/main" id="{D843DF5A-B151-9CC0-BB1C-79551225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6663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6" descr="{&quot;source_deck&quot;:&quot;rebuilt-slide-01.pptx&quot;,&quot;source_slide&quot;:1,&quot;source_shape_id&quot;:77,&quot;category&quot;:&quot;icons&quot;,&quot;id&quot;:&quot;icon-0016&quot;}">
            <a:extLst>
              <a:ext uri="{FF2B5EF4-FFF2-40B4-BE49-F238E27FC236}">
                <a16:creationId xmlns:a16="http://schemas.microsoft.com/office/drawing/2014/main" id="{3FB52C51-25C8-73B4-B552-6AAF5B3BD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9329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9" descr="{&quot;source_deck&quot;:&quot;rebuilt-slide-01.pptx&quot;,&quot;source_slide&quot;:1,&quot;source_shape_id&quot;:80,&quot;category&quot;:&quot;icons&quot;,&quot;id&quot;:&quot;icon-0059&quot;}">
            <a:extLst>
              <a:ext uri="{FF2B5EF4-FFF2-40B4-BE49-F238E27FC236}">
                <a16:creationId xmlns:a16="http://schemas.microsoft.com/office/drawing/2014/main" id="{A6692B78-FC22-0BB9-A28A-BF7D3DFF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7007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5" descr="{&quot;source_deck&quot;:&quot;rebuilt-slide-01.pptx&quot;,&quot;source_slide&quot;:1,&quot;source_shape_id&quot;:158,&quot;category&quot;:&quot;icons&quot;,&quot;id&quot;:&quot;icon-0035&quot;}">
            <a:extLst>
              <a:ext uri="{FF2B5EF4-FFF2-40B4-BE49-F238E27FC236}">
                <a16:creationId xmlns:a16="http://schemas.microsoft.com/office/drawing/2014/main" id="{0553EC7C-ED62-D8F8-2B28-0E28E8FFD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88211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6" descr="{&quot;source_deck&quot;:&quot;rebuilt-slide-01.pptx&quot;,&quot;source_slide&quot;:1,&quot;source_shape_id&quot;:161,&quot;category&quot;:&quot;icons&quot;,&quot;id&quot;:&quot;icon-0006&quot;}">
            <a:extLst>
              <a:ext uri="{FF2B5EF4-FFF2-40B4-BE49-F238E27FC236}">
                <a16:creationId xmlns:a16="http://schemas.microsoft.com/office/drawing/2014/main" id="{E9B7EEFC-D950-7DA7-7BAF-D539622A9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7005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1" descr="{&quot;source_deck&quot;:&quot;rebuilt-slide-01.pptx&quot;,&quot;source_slide&quot;:1,&quot;source_shape_id&quot;:164,&quot;category&quot;:&quot;icons&quot;,&quot;id&quot;:&quot;icon-0041&quot;}">
            <a:extLst>
              <a:ext uri="{FF2B5EF4-FFF2-40B4-BE49-F238E27FC236}">
                <a16:creationId xmlns:a16="http://schemas.microsoft.com/office/drawing/2014/main" id="{0CFCE63F-2FF3-B537-6A8B-35D5C27C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3185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6" descr="{&quot;source_deck&quot;:&quot;rebuilt-slide-01.pptx&quot;,&quot;source_slide&quot;:1,&quot;source_shape_id&quot;:167,&quot;category&quot;:&quot;icons&quot;,&quot;id&quot;:&quot;icon-0066&quot;}">
            <a:extLst>
              <a:ext uri="{FF2B5EF4-FFF2-40B4-BE49-F238E27FC236}">
                <a16:creationId xmlns:a16="http://schemas.microsoft.com/office/drawing/2014/main" id="{5EA358C7-4EAA-7372-99BC-60F7DCAFB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2798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3" descr="{&quot;source_deck&quot;:&quot;rebuilt-slide-01.pptx&quot;,&quot;source_slide&quot;:1,&quot;source_shape_id&quot;:173,&quot;category&quot;:&quot;icons&quot;,&quot;id&quot;:&quot;icon-0063&quot;}">
            <a:extLst>
              <a:ext uri="{FF2B5EF4-FFF2-40B4-BE49-F238E27FC236}">
                <a16:creationId xmlns:a16="http://schemas.microsoft.com/office/drawing/2014/main" id="{34211862-52C2-3DCC-5AAB-2AC081E2C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8844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7" descr="{&quot;source_deck&quot;:&quot;rebuilt-slide-01.pptx&quot;,&quot;source_slide&quot;:1,&quot;source_shape_id&quot;:175,&quot;category&quot;:&quot;icons&quot;,&quot;id&quot;:&quot;icon-0027&quot;}">
            <a:extLst>
              <a:ext uri="{FF2B5EF4-FFF2-40B4-BE49-F238E27FC236}">
                <a16:creationId xmlns:a16="http://schemas.microsoft.com/office/drawing/2014/main" id="{43403D85-31AD-B497-395F-45D2F72C0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198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1" descr="{&quot;source_deck&quot;:&quot;rebuilt-slide-01.pptx&quot;,&quot;source_slide&quot;:1,&quot;source_shape_id&quot;:177,&quot;category&quot;:&quot;icons&quot;,&quot;id&quot;:&quot;icon-0061&quot;}">
            <a:extLst>
              <a:ext uri="{FF2B5EF4-FFF2-40B4-BE49-F238E27FC236}">
                <a16:creationId xmlns:a16="http://schemas.microsoft.com/office/drawing/2014/main" id="{DF84F221-25A1-C994-8806-54F73850F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8975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2" descr="{&quot;source_deck&quot;:&quot;rebuilt-slide-01.pptx&quot;,&quot;source_slide&quot;:1,&quot;source_shape_id&quot;:180,&quot;category&quot;:&quot;icons&quot;,&quot;id&quot;:&quot;icon-0052&quot;}">
            <a:extLst>
              <a:ext uri="{FF2B5EF4-FFF2-40B4-BE49-F238E27FC236}">
                <a16:creationId xmlns:a16="http://schemas.microsoft.com/office/drawing/2014/main" id="{87F1411B-D736-1168-B0A2-0FDFEA72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3873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0" descr="{&quot;source_deck&quot;:&quot;rebuilt-slide-01.pptx&quot;,&quot;source_slide&quot;:1,&quot;source_shape_id&quot;:183,&quot;category&quot;:&quot;icons&quot;,&quot;id&quot;:&quot;icon-0020&quot;}">
            <a:extLst>
              <a:ext uri="{FF2B5EF4-FFF2-40B4-BE49-F238E27FC236}">
                <a16:creationId xmlns:a16="http://schemas.microsoft.com/office/drawing/2014/main" id="{5F39835E-B47B-D6F8-C46B-9FC2F335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2134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8" descr="{&quot;source_deck&quot;:&quot;rebuilt-slide-01.pptx&quot;,&quot;source_slide&quot;:1,&quot;source_shape_id&quot;:186,&quot;category&quot;:&quot;icons&quot;,&quot;id&quot;:&quot;icon-0058&quot;}">
            <a:extLst>
              <a:ext uri="{FF2B5EF4-FFF2-40B4-BE49-F238E27FC236}">
                <a16:creationId xmlns:a16="http://schemas.microsoft.com/office/drawing/2014/main" id="{A1F0A111-375F-D03D-FCF4-6AF8B73D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11257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4" descr="{&quot;source_deck&quot;:&quot;rebuilt-slide-01.pptx&quot;,&quot;source_slide&quot;:1,&quot;source_shape_id&quot;:211,&quot;category&quot;:&quot;icons&quot;,&quot;id&quot;:&quot;icon-0004&quot;}">
            <a:extLst>
              <a:ext uri="{FF2B5EF4-FFF2-40B4-BE49-F238E27FC236}">
                <a16:creationId xmlns:a16="http://schemas.microsoft.com/office/drawing/2014/main" id="{7B786CEA-E331-1525-729B-20A3296A6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26254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5" descr="{&quot;source_deck&quot;:&quot;rebuilt-slide-01.pptx&quot;,&quot;source_slide&quot;:1,&quot;source_shape_id&quot;:215,&quot;category&quot;:&quot;icons&quot;,&quot;id&quot;:&quot;icon-0065&quot;}">
            <a:extLst>
              <a:ext uri="{FF2B5EF4-FFF2-40B4-BE49-F238E27FC236}">
                <a16:creationId xmlns:a16="http://schemas.microsoft.com/office/drawing/2014/main" id="{DAC31F79-9BF4-FB26-467B-25B87895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86493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62" descr="{&quot;source_deck&quot;:&quot;rebuilt-slide-01.pptx&quot;,&quot;source_slide&quot;:1,&quot;source_shape_id&quot;:219,&quot;category&quot;:&quot;icons&quot;,&quot;id&quot;:&quot;icon-0062&quot;}">
            <a:extLst>
              <a:ext uri="{FF2B5EF4-FFF2-40B4-BE49-F238E27FC236}">
                <a16:creationId xmlns:a16="http://schemas.microsoft.com/office/drawing/2014/main" id="{BF38AB70-9391-3EAB-DBC0-590C082CB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2237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9" descr="{&quot;source_deck&quot;:&quot;rebuilt-slide-01.pptx&quot;,&quot;source_slide&quot;:1,&quot;source_shape_id&quot;:223,&quot;category&quot;:&quot;icons&quot;,&quot;id&quot;:&quot;icon-0049&quot;}">
            <a:extLst>
              <a:ext uri="{FF2B5EF4-FFF2-40B4-BE49-F238E27FC236}">
                <a16:creationId xmlns:a16="http://schemas.microsoft.com/office/drawing/2014/main" id="{2DA24048-EC03-1229-3D6C-36E84EE4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84553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8" descr="{&quot;source_deck&quot;:&quot;rebuilt-slide-01.pptx&quot;,&quot;source_slide&quot;:1,&quot;source_shape_id&quot;:228,&quot;category&quot;:&quot;icons&quot;,&quot;id&quot;:&quot;icon-0008&quot;}">
            <a:extLst>
              <a:ext uri="{FF2B5EF4-FFF2-40B4-BE49-F238E27FC236}">
                <a16:creationId xmlns:a16="http://schemas.microsoft.com/office/drawing/2014/main" id="{C2F5DBF3-CEAD-2481-CFEC-7E2CDAE3B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5653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1" descr="{&quot;source_deck&quot;:&quot;rebuilt-slide-01.pptx&quot;,&quot;source_slide&quot;:1,&quot;source_shape_id&quot;:232,&quot;category&quot;:&quot;icons&quot;,&quot;id&quot;:&quot;icon-0051&quot;}">
            <a:extLst>
              <a:ext uri="{FF2B5EF4-FFF2-40B4-BE49-F238E27FC236}">
                <a16:creationId xmlns:a16="http://schemas.microsoft.com/office/drawing/2014/main" id="{2B867315-864A-64E7-AFF7-6FCAD4069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90438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8" descr="{&quot;source_deck&quot;:&quot;rebuilt-slide-02.pptx&quot;,&quot;source_slide&quot;:1,&quot;source_shape_id&quot;:10,&quot;category&quot;:&quot;icons&quot;,&quot;id&quot;:&quot;icon-0048&quot;}">
            <a:extLst>
              <a:ext uri="{FF2B5EF4-FFF2-40B4-BE49-F238E27FC236}">
                <a16:creationId xmlns:a16="http://schemas.microsoft.com/office/drawing/2014/main" id="{46D8AE56-E535-A779-2A77-D7BB2D40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8450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39" descr="{&quot;source_deck&quot;:&quot;rebuilt-slide-02.pptx&quot;,&quot;source_slide&quot;:1,&quot;source_shape_id&quot;:15,&quot;category&quot;:&quot;icons&quot;,&quot;id&quot;:&quot;icon-0039&quot;}">
            <a:extLst>
              <a:ext uri="{FF2B5EF4-FFF2-40B4-BE49-F238E27FC236}">
                <a16:creationId xmlns:a16="http://schemas.microsoft.com/office/drawing/2014/main" id="{9BB6FBB7-F1F6-4176-EC97-44D839145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8847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5" descr="{&quot;source_deck&quot;:&quot;rebuilt-slide-02.pptx&quot;,&quot;source_slide&quot;:1,&quot;source_shape_id&quot;:20,&quot;category&quot;:&quot;icons&quot;,&quot;id&quot;:&quot;icon-0015&quot;}">
            <a:extLst>
              <a:ext uri="{FF2B5EF4-FFF2-40B4-BE49-F238E27FC236}">
                <a16:creationId xmlns:a16="http://schemas.microsoft.com/office/drawing/2014/main" id="{9BD770BD-BD18-0071-1EAD-8853708AD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32612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8" descr="{&quot;source_deck&quot;:&quot;rebuilt-slide-02.pptx&quot;,&quot;source_slide&quot;:1,&quot;source_shape_id&quot;:25,&quot;category&quot;:&quot;icons&quot;,&quot;id&quot;:&quot;icon-0018&quot;}">
            <a:extLst>
              <a:ext uri="{FF2B5EF4-FFF2-40B4-BE49-F238E27FC236}">
                <a16:creationId xmlns:a16="http://schemas.microsoft.com/office/drawing/2014/main" id="{66E4B0E3-5D15-FE23-79E2-032AD3628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4616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0" descr="{&quot;source_deck&quot;:&quot;rebuilt-slide-02.pptx&quot;,&quot;source_slide&quot;:1,&quot;source_shape_id&quot;:30,&quot;category&quot;:&quot;icons&quot;,&quot;id&quot;:&quot;icon-0050&quot;}">
            <a:extLst>
              <a:ext uri="{FF2B5EF4-FFF2-40B4-BE49-F238E27FC236}">
                <a16:creationId xmlns:a16="http://schemas.microsoft.com/office/drawing/2014/main" id="{EB995EC3-E45C-701F-ABB7-F05B808A9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620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6" descr="{&quot;source_deck&quot;:&quot;rebuilt-slide-02.pptx&quot;,&quot;source_slide&quot;:1,&quot;source_shape_id&quot;:38,&quot;category&quot;:&quot;icons&quot;,&quot;id&quot;:&quot;icon-0026&quot;}">
            <a:extLst>
              <a:ext uri="{FF2B5EF4-FFF2-40B4-BE49-F238E27FC236}">
                <a16:creationId xmlns:a16="http://schemas.microsoft.com/office/drawing/2014/main" id="{DA3A7FC6-9D8A-1796-7329-C0548BBD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3517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5" descr="{&quot;source_deck&quot;:&quot;rebuilt-slide-02.pptx&quot;,&quot;source_slide&quot;:1,&quot;source_shape_id&quot;:41,&quot;category&quot;:&quot;icons&quot;,&quot;id&quot;:&quot;icon-0045&quot;}">
            <a:extLst>
              <a:ext uri="{FF2B5EF4-FFF2-40B4-BE49-F238E27FC236}">
                <a16:creationId xmlns:a16="http://schemas.microsoft.com/office/drawing/2014/main" id="{D6B6210A-F641-1B7F-B66A-113FA09C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06463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11" descr="{&quot;source_deck&quot;:&quot;rebuilt-slide-02.pptx&quot;,&quot;source_slide&quot;:1,&quot;source_shape_id&quot;:47,&quot;category&quot;:&quot;icons&quot;,&quot;id&quot;:&quot;icon-0011&quot;}">
            <a:extLst>
              <a:ext uri="{FF2B5EF4-FFF2-40B4-BE49-F238E27FC236}">
                <a16:creationId xmlns:a16="http://schemas.microsoft.com/office/drawing/2014/main" id="{87C912A7-F55E-197D-F034-8AAA16751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50974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5" descr="{&quot;source_deck&quot;:&quot;rebuilt-slide-02.pptx&quot;,&quot;source_slide&quot;:1,&quot;source_shape_id&quot;:52,&quot;category&quot;:&quot;icons&quot;,&quot;id&quot;:&quot;icon-0005&quot;}">
            <a:extLst>
              <a:ext uri="{FF2B5EF4-FFF2-40B4-BE49-F238E27FC236}">
                <a16:creationId xmlns:a16="http://schemas.microsoft.com/office/drawing/2014/main" id="{E8D38A0F-83F7-0F9D-3802-7F98B668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61647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03" descr="{&quot;source_deck&quot;:&quot;rebuilt-slide-02.pptx&quot;,&quot;source_slide&quot;:1,&quot;source_shape_id&quot;:55,&quot;category&quot;:&quot;icons&quot;,&quot;id&quot;:&quot;icon-0003&quot;}">
            <a:extLst>
              <a:ext uri="{FF2B5EF4-FFF2-40B4-BE49-F238E27FC236}">
                <a16:creationId xmlns:a16="http://schemas.microsoft.com/office/drawing/2014/main" id="{9473980B-DCC5-72AA-38EA-3BF972522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6968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2" descr="{&quot;source_deck&quot;:&quot;rebuilt-slide-02.pptx&quot;,&quot;source_slide&quot;:1,&quot;source_shape_id&quot;:58,&quot;category&quot;:&quot;icons&quot;,&quot;id&quot;:&quot;icon-0022&quot;}">
            <a:extLst>
              <a:ext uri="{FF2B5EF4-FFF2-40B4-BE49-F238E27FC236}">
                <a16:creationId xmlns:a16="http://schemas.microsoft.com/office/drawing/2014/main" id="{F43A178F-4CA1-EF65-39C5-18F7C6DD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05558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24" descr="{&quot;source_deck&quot;:&quot;rebuilt-slide-02.pptx&quot;,&quot;source_slide&quot;:1,&quot;source_shape_id&quot;:61,&quot;category&quot;:&quot;icons&quot;,&quot;id&quot;:&quot;icon-0024&quot;}">
            <a:extLst>
              <a:ext uri="{FF2B5EF4-FFF2-40B4-BE49-F238E27FC236}">
                <a16:creationId xmlns:a16="http://schemas.microsoft.com/office/drawing/2014/main" id="{429CAF7B-0406-0BE4-A89C-A16029711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36103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57" descr="{&quot;source_deck&quot;:&quot;rebuilt-slide-02.pptx&quot;,&quot;source_slide&quot;:1,&quot;source_shape_id&quot;:64,&quot;category&quot;:&quot;icons&quot;,&quot;id&quot;:&quot;icon-0057&quot;}">
            <a:extLst>
              <a:ext uri="{FF2B5EF4-FFF2-40B4-BE49-F238E27FC236}">
                <a16:creationId xmlns:a16="http://schemas.microsoft.com/office/drawing/2014/main" id="{E7508E32-7145-2DD5-4E3E-90EA56E36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75396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-0040" descr="{&quot;source_deck&quot;:&quot;rebuilt-slide-02.pptx&quot;,&quot;source_slide&quot;:1,&quot;source_shape_id&quot;:67,&quot;category&quot;:&quot;icons&quot;,&quot;id&quot;:&quot;icon-0040&quot;}">
            <a:extLst>
              <a:ext uri="{FF2B5EF4-FFF2-40B4-BE49-F238E27FC236}">
                <a16:creationId xmlns:a16="http://schemas.microsoft.com/office/drawing/2014/main" id="{2C8B85AF-D845-EE35-29E7-EEEF51F6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2635250"/>
            <a:ext cx="1587500" cy="1587500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325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3"/>
  <p:tag name="CATEGORY" val="icon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7"/>
  <p:tag name="CATEGORY" val="icon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2"/>
  <p:tag name="CATEGORY" val="icon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8"/>
  <p:tag name="CATEGORY" val="icon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3"/>
  <p:tag name="CATEGORY" val="icon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4"/>
  <p:tag name="CATEGORY" val="icon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0"/>
  <p:tag name="CATEGORY" val="icon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7"/>
  <p:tag name="CATEGORY" val="icon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5"/>
  <p:tag name="CATEGORY" val="icon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0"/>
  <p:tag name="CATEGORY" val="icon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9"/>
  <p:tag name="CATEGORY" val="icon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6"/>
  <p:tag name="CATEGORY" val="icon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2"/>
  <p:tag name="CATEGORY" val="icon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5"/>
  <p:tag name="CATEGORY" val="icon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1"/>
  <p:tag name="CATEGORY" val="icon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8"/>
  <p:tag name="CATEGORY" val="icon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4"/>
  <p:tag name="CATEGORY" val="icon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9"/>
  <p:tag name="CATEGORY" val="icon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3"/>
  <p:tag name="CATEGORY" val="icon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1"/>
  <p:tag name="CATEGORY" val="icon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1"/>
  <p:tag name="CATEGORY" val="icon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9"/>
  <p:tag name="CATEGORY" val="icon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2"/>
  <p:tag name="CATEGORY" val="icon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4"/>
  <p:tag name="CATEGORY" val="icon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7"/>
  <p:tag name="CATEGORY" val="icon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7"/>
  <p:tag name="CATEGORY" val="icon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0"/>
  <p:tag name="CATEGORY" val="icon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6"/>
  <p:tag name="CATEGORY" val="icon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4"/>
  <p:tag name="CATEGORY" val="icon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6"/>
  <p:tag name="CATEGORY" val="icon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4"/>
  <p:tag name="CATEGORY" val="icon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8"/>
  <p:tag name="CATEGORY" val="icon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2"/>
  <p:tag name="CATEGORY" val="icon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7"/>
  <p:tag name="CATEGORY" val="icon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3"/>
  <p:tag name="CATEGORY" val="ic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3"/>
  <p:tag name="CATEGORY" val="icon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6"/>
  <p:tag name="CATEGORY" val="icon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9"/>
  <p:tag name="CATEGORY" val="icon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5"/>
  <p:tag name="CATEGORY" val="icon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6"/>
  <p:tag name="CATEGORY" val="icons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1"/>
  <p:tag name="CATEGORY" val="ic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6"/>
  <p:tag name="CATEGORY" val="icons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3"/>
  <p:tag name="CATEGORY" val="icon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7"/>
  <p:tag name="CATEGORY" val="icon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1"/>
  <p:tag name="CATEGORY" val="icon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2"/>
  <p:tag name="CATEGORY" val="icon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0"/>
  <p:tag name="CATEGORY" val="icon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8"/>
  <p:tag name="CATEGORY" val="icons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4"/>
  <p:tag name="CATEGORY" val="icons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5"/>
  <p:tag name="CATEGORY" val="icons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62"/>
  <p:tag name="CATEGORY" val="icons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9"/>
  <p:tag name="CATEGORY" val="icons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8"/>
  <p:tag name="CATEGORY" val="icons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1"/>
  <p:tag name="CATEGORY" val="icons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8"/>
  <p:tag name="CATEGORY" val="icon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39"/>
  <p:tag name="CATEGORY" val="icon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5"/>
  <p:tag name="CATEGORY" val="icon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8"/>
  <p:tag name="CATEGORY" val="icons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0"/>
  <p:tag name="CATEGORY" val="icon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6"/>
  <p:tag name="CATEGORY" val="icons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5"/>
  <p:tag name="CATEGORY" val="icons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11"/>
  <p:tag name="CATEGORY" val="icons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5"/>
  <p:tag name="CATEGORY" val="icon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03"/>
  <p:tag name="CATEGORY" val="icon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2"/>
  <p:tag name="CATEGORY" val="icons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24"/>
  <p:tag name="CATEGORY" val="icon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57"/>
  <p:tag name="CATEGORY" val="icon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icon-0040"/>
  <p:tag name="CATEGORY" val="icon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2026-08-22T06:14:59Z</dcterms:created>
  <dcterms:modified xsi:type="dcterms:W3CDTF">2026-08-22T06:14:59Z</dcterms:modified>
</cp:coreProperties>
</file>