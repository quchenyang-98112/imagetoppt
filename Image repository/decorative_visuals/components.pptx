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334B8-3DEB-6DEF-E350-17519DF99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E8AFC5-8E54-F38C-11D1-B2F158B8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9F41C-B8A2-3A8A-B6BB-2E6270DCE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5357E8-FC39-D018-F89A-6974B865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5ED46-A50F-40A9-5521-3461866A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7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AA936-0923-5EFD-C04C-A2B613ED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689B7B-9FD4-FC5A-B838-0FADE42DA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B705AF-5760-6D0C-30F5-0691E872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CD3AF-57B0-27A4-E7A6-0097A4A1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DC034-98DF-6953-DE14-FECF5448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34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5A52C-7A86-4156-7E73-2C7BCC89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75045B-7112-3A3A-6891-2B2CD00A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81239-1527-FD51-D54B-013D540A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FF482-9456-9D36-ABEE-A6EBAD1B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AC4D1-9DE0-331E-4E89-9B608B9F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22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CC5CF-0E17-939E-6A0E-409EA405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5EF5E-4C08-4747-1456-8C49FC5B1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2164AE-F504-F6BE-340C-2D26A95E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8D30D7-DDEC-1390-FA01-53650F81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777CFE-2D02-1459-DA75-08DC9ECE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FA78A1-4A4E-C2CE-52A6-CA3998CD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8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88366-0AD3-3600-7F1D-3DCE732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B9879D-0C5A-DD80-4974-F2CE2FED2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186D45-5923-2D3F-95AF-0A1637564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A1B38E-D176-9A55-5F4B-CFC8EE293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A92589-E88C-9290-4ED6-AF22209B1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D29F7-A9C6-8134-43BC-491C11FD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4E3753-1359-5563-5C5C-0E0BA41A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C17194-B6EE-1C15-564A-B1116F32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14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F92CF-3DA5-BECB-7F04-AB008E82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ACB03E-35A1-6A8C-FB94-08C76766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F3B1A4-0D19-9984-0835-46C1DBE8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CC5AC2-7DE3-BB5B-DD55-A30B7F19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54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4C24BE-A61E-8FF1-16C2-273DA98A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5EF851-6B41-E496-2B45-84108CAB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440C2B-9757-5F84-148B-64A69997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4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28D71-D748-8081-C39F-7A29F164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BC0AC-BDC8-49DF-7D0A-DE73ED10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9DC0CE-0074-6850-879C-76884B6CF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4C48C6-06C2-C7DC-88C0-B261DB1C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3125BE-8C55-CD9E-2E9E-230C20A9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144349-704C-4F74-1859-9685946F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57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1FF8D-B2AE-190A-EBC5-AD1AFE2D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0F7A0A-DAE4-8FD3-FE78-A5A36B0AF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68CB48-46E3-C73C-0987-35006A3D0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64C1ED-8F4F-A4BA-1FE5-8779698C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F4E28D-9F5D-D4FF-CE96-91E478AF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D1C650-2FC9-26E1-1068-7BFB9297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4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94525-9DDA-81BB-F62C-4E62423D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E480DF-467C-48F8-CA41-84F6D5B37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E4B86-3F1A-114B-CB99-390D5789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B6D5E-EEE9-0605-B345-C7ECEB07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CAD52-F429-E456-59E6-426E99C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9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3BE532-F342-E266-5834-95285EA9E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E848AB-C519-BC06-A845-290A5029B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45F045-221D-41BC-31B8-26988835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D5ACD-B259-E41A-D0D1-837DD4EE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C23E8-3009-ABB3-7D84-B6F7556C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90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8078A5-C8D8-AD7B-38A0-75DC1C864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7617E-1ADC-70CE-3A59-69532600D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CB97F-313F-38A6-102E-0427D5994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8BED-23D5-407C-A00A-5368827BC9D3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FCEA8C-5C2D-6274-78AD-208D7EB40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5AB1EA-45D7-F19B-25F4-FB0D43A51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A6BA1-8C04-42E3-8D96-318875C83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9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-visual-0001" descr="{&quot;source_deck&quot;:&quot;识别3-Knight可编辑复刻.pptx&quot;,&quot;source_slide&quot;:1,&quot;source_shape_id&quot;:89,&quot;category&quot;:&quot;decorative_visuals&quot;,&quot;id&quot;:&quot;decor-visual-0001&quot;}">
            <a:extLst>
              <a:ext uri="{FF2B5EF4-FFF2-40B4-BE49-F238E27FC236}">
                <a16:creationId xmlns:a16="http://schemas.microsoft.com/office/drawing/2014/main" id="{B7FEBD1C-51E7-5DCF-1959-0DC03223E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0" y="1820801"/>
            <a:ext cx="5715000" cy="32163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5257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-visual-0002" descr="{&quot;source_deck&quot;:&quot;rebuilt-slide-01.pptx&quot;,&quot;source_slide&quot;:1,&quot;source_shape_id&quot;:2,&quot;category&quot;:&quot;decorative_visuals&quot;,&quot;id&quot;:&quot;decor-visual-0002&quot;}">
            <a:extLst>
              <a:ext uri="{FF2B5EF4-FFF2-40B4-BE49-F238E27FC236}">
                <a16:creationId xmlns:a16="http://schemas.microsoft.com/office/drawing/2014/main" id="{8A7C8A20-75B4-DFE9-5B0D-7B93205A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60" y="2852928"/>
            <a:ext cx="5669280" cy="11521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8997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decor-visual-0001"/>
  <p:tag name="CATEGORY" val="decorative_visual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decor-visual-0002"/>
  <p:tag name="CATEGORY" val="decorative_visual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2026-08-22T06:14:43Z</dcterms:created>
  <dcterms:modified xsi:type="dcterms:W3CDTF">2026-08-22T06:14:43Z</dcterms:modified>
</cp:coreProperties>
</file>