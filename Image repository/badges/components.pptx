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D9C14-A43B-22F2-4279-0E554D209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9759C9-6AB7-7B09-242F-CCB1A9C0F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DD643-DCC6-3757-7793-0D792CFB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2F373-5AED-0395-AF8B-529CD661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F5FEA2-A139-10A4-9234-DD3C003B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3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A239B-2483-6B4F-F312-42F16356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A3D84-639A-911D-A299-903E9035D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0CACF8-985E-54F4-9419-865B2A27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FE4DA8-8D41-5F46-5447-7A579419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A0327-39AD-D8F4-09E0-B2C09B17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096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1231D-9C9B-3AF2-3E66-2BFD478B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529D5-0370-9A79-6D05-37B86541C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D67E6-0BDE-E009-8A1F-4409F0368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77BC8-D143-93F9-4E93-E98A64CD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ADEC3-9E32-4A2F-D7CA-02C8D708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95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4DF8E-9931-B0C5-E881-7C71B512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24AD6-F56C-ED99-312F-0E8AA7958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3E16A3-DC87-8E75-BA22-3B2F255A8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9963B8-F74C-8C36-002F-6CD098AC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4491E6-1A00-8A20-4FB5-666A5C11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5A0D0E-A8CD-0469-2F5C-133B3A21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97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F0944-D050-27F9-BE6D-3B75FBA0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949AD8-42BC-FA38-9998-E6E1CEEBF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9158ED-F791-9170-A2FF-29E25EBD5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213CFB-83BE-547B-0DD0-280311369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E8BA3C-D1B5-B667-3732-B56583952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2D2B61-43F8-E989-FA62-2E463EA45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E48306-EEF2-66FD-FDCD-C9F50F4A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C1C19F-3E06-0F4B-9DED-5412B04F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5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6A0E9-A827-1BAD-CC68-E9CD648A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6DF052-B68F-29EC-D118-10E70EE3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A4F648-270A-DA8F-3488-AE3B5C50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C6C636-A011-05D6-0F4D-34C62859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46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75CF29-A433-0E6E-4598-5C4C4D35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EBDF59-295C-E014-E7FE-5F067272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0C985C-162D-92E9-247D-8E8C7984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430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47EA8-8F91-CD52-018F-4F7E2E93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DBE7A-F290-7A7C-A176-8F3BB9B7E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1B9B4E-7493-88A4-E067-425FDB264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BA5F28-7617-1037-14FB-3D7C8D05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B5504E-AC73-E8EE-1ED8-D9C92228F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AD5658-6F29-56D2-7D25-38F990AD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5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1B525-6F85-A233-4439-A4B1CC2B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00732E-1527-794B-006F-064822FD1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30E63F-97EB-E0CA-DE81-E8EE263C8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2EFF14-BAA2-79C3-F696-8A271B4E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CFE458-02DE-65BC-64E7-5FB55DB5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735E12-5BAE-2435-B253-61602034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04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2E93E-B2E3-4F45-591E-E457F4B4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A0C745-AD54-6A13-F4CA-757126468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B03A2E-5AFF-AE63-6EB1-F617D5D5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78CEB-748F-AACF-D7E5-61F91F92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35F4A-AA7A-0F92-CD5A-546DE718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91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1F9EF4-13B3-964F-5F85-68927948A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865292-1D36-3BD5-047C-E1F14812B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220E1-EC3C-F103-C770-CF4B4FDE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C467C8-F29F-7767-844B-D4C2ADE8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75FF86-8C53-E1BD-F9F3-F079AF64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92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63B61-64EE-D737-EFBD-757367D2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FC026B-8AFB-0222-FE1D-2BD4B90BD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52AAC2-33EA-0C2F-011F-59F183B95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E7F57-65EA-4A04-B2E5-D50102456648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E8852F-D260-AB35-A3A7-07D1626FD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C94220-55B0-1780-D635-70ECD253A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ABD25-0DEB-464F-BC22-A9113C365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20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9" descr="{&quot;source_deck&quot;:&quot;李佳1_快速可编辑复刻.pptx&quot;,&quot;source_slide&quot;:1,&quot;source_shape_id&quot;:114,&quot;category&quot;:&quot;badges&quot;,&quot;id&quot;:&quot;badge-0049&quot;}">
            <a:extLst>
              <a:ext uri="{FF2B5EF4-FFF2-40B4-BE49-F238E27FC236}">
                <a16:creationId xmlns:a16="http://schemas.microsoft.com/office/drawing/2014/main" id="{2F6DFE5E-A823-7376-356C-9AC94806C01F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47662"/>
            <a:ext cx="1587500" cy="1162676"/>
          </a:xfrm>
          <a:prstGeom prst="roundRect">
            <a:avLst>
              <a:gd name="adj" fmla="val 15385"/>
            </a:avLst>
          </a:prstGeom>
          <a:solidFill>
            <a:srgbClr val="135DD4"/>
          </a:solidFill>
          <a:ln w="9525">
            <a:solidFill>
              <a:srgbClr val="135DD4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422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4" descr="{&quot;source_deck&quot;:&quot;李佳3_视觉OCR快速可编辑复刻.pptx&quot;,&quot;source_slide&quot;:1,&quot;source_shape_id&quot;:2,&quot;category&quot;:&quot;badges&quot;,&quot;id&quot;:&quot;badge-0044&quot;}">
            <a:extLst>
              <a:ext uri="{FF2B5EF4-FFF2-40B4-BE49-F238E27FC236}">
                <a16:creationId xmlns:a16="http://schemas.microsoft.com/office/drawing/2014/main" id="{87BC3386-C021-5CC5-9C5F-2246D96F7804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988830"/>
            <a:ext cx="1587500" cy="880341"/>
          </a:xfrm>
          <a:prstGeom prst="roundRect">
            <a:avLst>
              <a:gd name="adj" fmla="val 16393"/>
            </a:avLst>
          </a:prstGeom>
          <a:solidFill>
            <a:srgbClr val="125CD4"/>
          </a:solidFill>
          <a:ln w="0">
            <a:solidFill>
              <a:srgbClr val="125CD4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20912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5" descr="{&quot;source_deck&quot;:&quot;李佳3_视觉OCR快速可编辑复刻.pptx&quot;,&quot;source_slide&quot;:1,&quot;source_shape_id&quot;:27,&quot;category&quot;:&quot;badges&quot;,&quot;id&quot;:&quot;badge-0035&quot;}">
            <a:extLst>
              <a:ext uri="{FF2B5EF4-FFF2-40B4-BE49-F238E27FC236}">
                <a16:creationId xmlns:a16="http://schemas.microsoft.com/office/drawing/2014/main" id="{E631E62E-EE03-BCD9-4530-EA67D6E15085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945534"/>
            <a:ext cx="1587500" cy="966932"/>
          </a:xfrm>
          <a:prstGeom prst="roundRect">
            <a:avLst>
              <a:gd name="adj" fmla="val 14925"/>
            </a:avLst>
          </a:prstGeom>
          <a:solidFill>
            <a:srgbClr val="F7FBFF"/>
          </a:solidFill>
          <a:ln w="9525">
            <a:solidFill>
              <a:srgbClr val="A7C8F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09818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7" descr="{&quot;source_deck&quot;:&quot;李佳3_视觉OCR快速可编辑复刻.pptx&quot;,&quot;source_slide&quot;:1,&quot;source_shape_id&quot;:43,&quot;category&quot;:&quot;badges&quot;,&quot;id&quot;:&quot;badge-0027&quot;}">
            <a:extLst>
              <a:ext uri="{FF2B5EF4-FFF2-40B4-BE49-F238E27FC236}">
                <a16:creationId xmlns:a16="http://schemas.microsoft.com/office/drawing/2014/main" id="{60CE8A02-41ED-A885-2C0B-361C68F12320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787894"/>
            <a:ext cx="1587500" cy="1282212"/>
          </a:xfrm>
          <a:prstGeom prst="roundRect">
            <a:avLst>
              <a:gd name="adj" fmla="val 19048"/>
            </a:avLst>
          </a:prstGeom>
          <a:solidFill>
            <a:srgbClr val="125CD4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221586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6" descr="{&quot;source_deck&quot;:&quot;李佳3_视觉OCR快速可编辑复刻.pptx&quot;,&quot;source_slide&quot;:1,&quot;source_shape_id&quot;:46,&quot;category&quot;:&quot;badges&quot;,&quot;id&quot;:&quot;badge-0026&quot;}">
            <a:extLst>
              <a:ext uri="{FF2B5EF4-FFF2-40B4-BE49-F238E27FC236}">
                <a16:creationId xmlns:a16="http://schemas.microsoft.com/office/drawing/2014/main" id="{D11A9B77-C356-2F8F-D0A7-A07823CE3A8E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3083892"/>
            <a:ext cx="1587500" cy="690217"/>
          </a:xfrm>
          <a:prstGeom prst="roundRect">
            <a:avLst>
              <a:gd name="adj" fmla="val 36000"/>
            </a:avLst>
          </a:prstGeom>
          <a:solidFill>
            <a:srgbClr val="F78D17"/>
          </a:solidFill>
          <a:ln w="9525">
            <a:solidFill>
              <a:srgbClr val="F78D17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305975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1" descr="{&quot;source_deck&quot;:&quot;李佳3_视觉OCR快速可编辑复刻.pptx&quot;,&quot;source_slide&quot;:1,&quot;source_shape_id&quot;:85,&quot;category&quot;:&quot;badges&quot;,&quot;id&quot;:&quot;badge-0011&quot;}">
            <a:extLst>
              <a:ext uri="{FF2B5EF4-FFF2-40B4-BE49-F238E27FC236}">
                <a16:creationId xmlns:a16="http://schemas.microsoft.com/office/drawing/2014/main" id="{ADF2E8E5-563C-7B9D-B8F2-8563E87C40AD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787894"/>
            <a:ext cx="1587500" cy="1282212"/>
          </a:xfrm>
          <a:prstGeom prst="roundRect">
            <a:avLst>
              <a:gd name="adj" fmla="val 19048"/>
            </a:avLst>
          </a:prstGeom>
          <a:solidFill>
            <a:srgbClr val="F78D17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268062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5" descr="{&quot;source_deck&quot;:&quot;李佳3_视觉OCR快速可编辑复刻.pptx&quot;,&quot;source_slide&quot;:1,&quot;source_shape_id&quot;:88,&quot;category&quot;:&quot;badges&quot;,&quot;id&quot;:&quot;badge-0015&quot;}">
            <a:extLst>
              <a:ext uri="{FF2B5EF4-FFF2-40B4-BE49-F238E27FC236}">
                <a16:creationId xmlns:a16="http://schemas.microsoft.com/office/drawing/2014/main" id="{8FB39C07-BB16-7352-9F9F-70751B084909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3074648"/>
            <a:ext cx="1587500" cy="708705"/>
          </a:xfrm>
          <a:prstGeom prst="roundRect">
            <a:avLst>
              <a:gd name="adj" fmla="val 36000"/>
            </a:avLst>
          </a:prstGeom>
          <a:solidFill>
            <a:srgbClr val="125CD4"/>
          </a:solidFill>
          <a:ln w="9525">
            <a:solidFill>
              <a:srgbClr val="125CD4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6813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6" descr="{&quot;source_deck&quot;:&quot;识别2-Knight可编辑复刻.pptx&quot;,&quot;source_slide&quot;:1,&quot;source_shape_id&quot;:2,&quot;category&quot;:&quot;badges&quot;,&quot;id&quot;:&quot;badge-0016&quot;}">
            <a:extLst>
              <a:ext uri="{FF2B5EF4-FFF2-40B4-BE49-F238E27FC236}">
                <a16:creationId xmlns:a16="http://schemas.microsoft.com/office/drawing/2014/main" id="{98F8B72F-F6C1-1DA1-5BC1-6AF36BA17797}"/>
              </a:ext>
            </a:extLst>
          </p:cNvPr>
          <p:cNvSpPr>
            <a:spLocks noGrp="1" noChangeAspect="1"/>
          </p:cNvSpPr>
          <p:nvPr/>
        </p:nvSpPr>
        <p:spPr>
          <a:xfrm>
            <a:off x="5362156" y="2635250"/>
            <a:ext cx="1467689" cy="1587500"/>
          </a:xfrm>
          <a:prstGeom prst="rect">
            <a:avLst/>
          </a:prstGeom>
          <a:gradFill>
            <a:gsLst>
              <a:gs pos="0">
                <a:srgbClr val="1D70B8"/>
              </a:gs>
              <a:gs pos="100000">
                <a:srgbClr val="0C4F90"/>
              </a:gs>
            </a:gsLst>
            <a:lin ang="540000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406568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8" descr="{&quot;source_deck&quot;:&quot;识别2-Knight可编辑复刻.pptx&quot;,&quot;source_slide&quot;:1,&quot;source_shape_id&quot;:18,&quot;category&quot;:&quot;badges&quot;,&quot;id&quot;:&quot;badge-0048&quot;}">
            <a:extLst>
              <a:ext uri="{FF2B5EF4-FFF2-40B4-BE49-F238E27FC236}">
                <a16:creationId xmlns:a16="http://schemas.microsoft.com/office/drawing/2014/main" id="{3ECD1C61-DAEC-E552-B0CF-CDC2F3EF74EC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746375"/>
            <a:ext cx="1587500" cy="1365250"/>
          </a:xfrm>
          <a:prstGeom prst="roundRect">
            <a:avLst>
              <a:gd name="adj" fmla="val 13953"/>
            </a:avLst>
          </a:prstGeom>
          <a:solidFill>
            <a:srgbClr val="1768B5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27503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3" descr="{&quot;source_deck&quot;:&quot;识别2-Knight可编辑复刻.pptx&quot;,&quot;source_slide&quot;:1,&quot;source_shape_id&quot;:36,&quot;category&quot;:&quot;badges&quot;,&quot;id&quot;:&quot;badge-0033&quot;}">
            <a:extLst>
              <a:ext uri="{FF2B5EF4-FFF2-40B4-BE49-F238E27FC236}">
                <a16:creationId xmlns:a16="http://schemas.microsoft.com/office/drawing/2014/main" id="{633F6146-1BD1-DD8C-5615-8D694D94EDEA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11639"/>
            <a:ext cx="1587500" cy="1234722"/>
          </a:xfrm>
          <a:prstGeom prst="roundRect">
            <a:avLst>
              <a:gd name="adj" fmla="val 14286"/>
            </a:avLst>
          </a:prstGeom>
          <a:solidFill>
            <a:srgbClr val="1768B5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78218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9" descr="{&quot;source_deck&quot;:&quot;识别2-Knight可编辑复刻.pptx&quot;,&quot;source_slide&quot;:1,&quot;source_shape_id&quot;:84,&quot;category&quot;:&quot;badges&quot;,&quot;id&quot;:&quot;badge-0019&quot;}">
            <a:extLst>
              <a:ext uri="{FF2B5EF4-FFF2-40B4-BE49-F238E27FC236}">
                <a16:creationId xmlns:a16="http://schemas.microsoft.com/office/drawing/2014/main" id="{62E0B1EC-A65B-58C5-C110-4F5D33F3779D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073166"/>
            <a:ext cx="9652000" cy="711668"/>
          </a:xfrm>
          <a:prstGeom prst="roundRect">
            <a:avLst>
              <a:gd name="adj" fmla="val 10417"/>
            </a:avLst>
          </a:prstGeom>
          <a:solidFill>
            <a:srgbClr val="F4F9FD"/>
          </a:solidFill>
          <a:ln w="9525">
            <a:solidFill>
              <a:srgbClr val="BFD6EA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69795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9" descr="{&quot;source_deck&quot;:&quot;识别3-Knight可编辑复刻.pptx&quot;,&quot;source_slide&quot;:1,&quot;source_shape_id&quot;:2,&quot;category&quot;:&quot;badges&quot;,&quot;id&quot;:&quot;badge-0009&quot;}">
            <a:extLst>
              <a:ext uri="{FF2B5EF4-FFF2-40B4-BE49-F238E27FC236}">
                <a16:creationId xmlns:a16="http://schemas.microsoft.com/office/drawing/2014/main" id="{AECADBA4-94CC-14EF-30E8-DBF4457910B6}"/>
              </a:ext>
            </a:extLst>
          </p:cNvPr>
          <p:cNvSpPr>
            <a:spLocks noGrp="1" noChangeAspect="1"/>
          </p:cNvSpPr>
          <p:nvPr/>
        </p:nvSpPr>
        <p:spPr>
          <a:xfrm>
            <a:off x="5533761" y="2635250"/>
            <a:ext cx="1124479" cy="1587500"/>
          </a:xfrm>
          <a:prstGeom prst="rect">
            <a:avLst/>
          </a:prstGeom>
          <a:gradFill>
            <a:gsLst>
              <a:gs pos="0">
                <a:srgbClr val="277CC2"/>
              </a:gs>
              <a:gs pos="100000">
                <a:srgbClr val="14538A"/>
              </a:gs>
            </a:gsLst>
            <a:lin ang="540000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030517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8" descr="{&quot;source_deck&quot;:&quot;识别3-Knight可编辑复刻.pptx&quot;,&quot;source_slide&quot;:1,&quot;source_shape_id&quot;:22,&quot;category&quot;:&quot;badges&quot;,&quot;id&quot;:&quot;badge-0028&quot;}">
            <a:extLst>
              <a:ext uri="{FF2B5EF4-FFF2-40B4-BE49-F238E27FC236}">
                <a16:creationId xmlns:a16="http://schemas.microsoft.com/office/drawing/2014/main" id="{E14DC733-0343-1397-5C9D-C78D96229880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79347"/>
            <a:ext cx="1587500" cy="1499306"/>
          </a:xfrm>
          <a:prstGeom prst="roundRect">
            <a:avLst>
              <a:gd name="adj" fmla="val 11765"/>
            </a:avLst>
          </a:prstGeom>
          <a:gradFill>
            <a:gsLst>
              <a:gs pos="0">
                <a:srgbClr val="3387CE"/>
              </a:gs>
              <a:gs pos="100000">
                <a:srgbClr val="1463AE"/>
              </a:gs>
            </a:gsLst>
            <a:lin ang="540000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309650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4" descr="{&quot;source_deck&quot;:&quot;识别3-Knight可编辑复刻.pptx&quot;,&quot;source_slide&quot;:1,&quot;source_shape_id&quot;:44,&quot;category&quot;:&quot;badges&quot;,&quot;id&quot;:&quot;badge-0034&quot;}">
            <a:extLst>
              <a:ext uri="{FF2B5EF4-FFF2-40B4-BE49-F238E27FC236}">
                <a16:creationId xmlns:a16="http://schemas.microsoft.com/office/drawing/2014/main" id="{8CA3A956-593B-CC1D-FB9A-FA081C7F2362}"/>
              </a:ext>
            </a:extLst>
          </p:cNvPr>
          <p:cNvSpPr>
            <a:spLocks noGrp="1"/>
          </p:cNvSpPr>
          <p:nvPr/>
        </p:nvSpPr>
        <p:spPr>
          <a:xfrm>
            <a:off x="5048250" y="3219450"/>
            <a:ext cx="2095500" cy="419100"/>
          </a:xfrm>
          <a:prstGeom prst="roundRect">
            <a:avLst>
              <a:gd name="adj" fmla="val 15909"/>
            </a:avLst>
          </a:prstGeom>
          <a:gradFill>
            <a:gsLst>
              <a:gs pos="0">
                <a:srgbClr val="2F84C9"/>
              </a:gs>
              <a:gs pos="100000">
                <a:srgbClr val="0E5DA7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38244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3" descr="{&quot;source_deck&quot;:&quot;识别3-Knight可编辑复刻.pptx&quot;,&quot;source_slide&quot;:1,&quot;source_shape_id&quot;:54,&quot;category&quot;:&quot;badges&quot;,&quot;id&quot;:&quot;badge-0043&quot;}">
            <a:extLst>
              <a:ext uri="{FF2B5EF4-FFF2-40B4-BE49-F238E27FC236}">
                <a16:creationId xmlns:a16="http://schemas.microsoft.com/office/drawing/2014/main" id="{1201FE7B-7C82-7FD3-35D9-1F5CE288D6EA}"/>
              </a:ext>
            </a:extLst>
          </p:cNvPr>
          <p:cNvSpPr>
            <a:spLocks noGrp="1"/>
          </p:cNvSpPr>
          <p:nvPr/>
        </p:nvSpPr>
        <p:spPr>
          <a:xfrm>
            <a:off x="5048250" y="3224213"/>
            <a:ext cx="2095500" cy="409575"/>
          </a:xfrm>
          <a:prstGeom prst="roundRect">
            <a:avLst>
              <a:gd name="adj" fmla="val 16279"/>
            </a:avLst>
          </a:prstGeom>
          <a:gradFill>
            <a:gsLst>
              <a:gs pos="0">
                <a:srgbClr val="3C8DD0"/>
              </a:gs>
              <a:gs pos="100000">
                <a:srgbClr val="1767B2"/>
              </a:gs>
            </a:gsLst>
            <a:lin ang="0"/>
          </a:gra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926344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4" descr="{&quot;source_deck&quot;:&quot;识别3-Knight可编辑复刻.pptx&quot;,&quot;source_slide&quot;:1,&quot;source_shape_id&quot;:62,&quot;category&quot;:&quot;badges&quot;,&quot;id&quot;:&quot;badge-0014&quot;}">
            <a:extLst>
              <a:ext uri="{FF2B5EF4-FFF2-40B4-BE49-F238E27FC236}">
                <a16:creationId xmlns:a16="http://schemas.microsoft.com/office/drawing/2014/main" id="{9E291D92-9687-6086-D571-3D9E733ACC1C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noFill/>
          <a:ln w="20955">
            <a:solidFill>
              <a:srgbClr val="176DB9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43159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5" descr="{&quot;source_deck&quot;:&quot;识别3-Knight可编辑复刻.pptx&quot;,&quot;source_slide&quot;:1,&quot;source_shape_id&quot;:72,&quot;category&quot;:&quot;badges&quot;,&quot;id&quot;:&quot;badge-0045&quot;}">
            <a:extLst>
              <a:ext uri="{FF2B5EF4-FFF2-40B4-BE49-F238E27FC236}">
                <a16:creationId xmlns:a16="http://schemas.microsoft.com/office/drawing/2014/main" id="{04E784E5-9055-D8AF-127D-CA1E62D1D94E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635250"/>
            <a:ext cx="1587500" cy="1587500"/>
          </a:xfrm>
          <a:prstGeom prst="ellipse">
            <a:avLst/>
          </a:prstGeom>
          <a:noFill/>
          <a:ln w="20955">
            <a:solidFill>
              <a:srgbClr val="FFFFFF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30153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6" descr="{&quot;source_deck&quot;:&quot;party-semantic-editable.pptx&quot;,&quot;source_slide&quot;:1,&quot;source_shape_id&quot;:12,&quot;category&quot;:&quot;badges&quot;,&quot;id&quot;:&quot;badge-0036&quot;}">
            <a:extLst>
              <a:ext uri="{FF2B5EF4-FFF2-40B4-BE49-F238E27FC236}">
                <a16:creationId xmlns:a16="http://schemas.microsoft.com/office/drawing/2014/main" id="{C3128C8D-37BE-B688-1A01-1CA38E8E1827}"/>
              </a:ext>
            </a:extLst>
          </p:cNvPr>
          <p:cNvSpPr>
            <a:spLocks noChangeAspect="1"/>
          </p:cNvSpPr>
          <p:nvPr/>
        </p:nvSpPr>
        <p:spPr>
          <a:xfrm>
            <a:off x="5302250" y="2889250"/>
            <a:ext cx="1587500" cy="1079500"/>
          </a:xfrm>
          <a:prstGeom prst="roundRect">
            <a:avLst/>
          </a:prstGeom>
          <a:solidFill>
            <a:srgbClr val="C60000"/>
          </a:solidFill>
          <a:ln w="3175">
            <a:solidFill>
              <a:srgbClr val="C60000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810153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1" descr="{&quot;source_deck&quot;:&quot;party-semantic-editable.pptx&quot;,&quot;source_slide&quot;:1,&quot;source_shape_id&quot;:13,&quot;category&quot;:&quot;badges&quot;,&quot;id&quot;:&quot;badge-0021&quot;}">
            <a:extLst>
              <a:ext uri="{FF2B5EF4-FFF2-40B4-BE49-F238E27FC236}">
                <a16:creationId xmlns:a16="http://schemas.microsoft.com/office/drawing/2014/main" id="{88105D26-4773-C65E-3150-5EDE7BE3A309}"/>
              </a:ext>
            </a:extLst>
          </p:cNvPr>
          <p:cNvSpPr>
            <a:spLocks noChangeAspect="1"/>
          </p:cNvSpPr>
          <p:nvPr/>
        </p:nvSpPr>
        <p:spPr>
          <a:xfrm>
            <a:off x="5885890" y="2635250"/>
            <a:ext cx="420220" cy="1587500"/>
          </a:xfrm>
          <a:prstGeom prst="rect">
            <a:avLst/>
          </a:prstGeom>
          <a:solidFill>
            <a:srgbClr val="F5B746"/>
          </a:solidFill>
          <a:ln w="3175">
            <a:solidFill>
              <a:srgbClr val="F5B74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89592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6" descr="{&quot;source_deck&quot;:&quot;party-semantic-editable.pptx&quot;,&quot;source_slide&quot;:1,&quot;source_shape_id&quot;:19,&quot;category&quot;:&quot;badges&quot;,&quot;id&quot;:&quot;badge-0046&quot;}">
            <a:extLst>
              <a:ext uri="{FF2B5EF4-FFF2-40B4-BE49-F238E27FC236}">
                <a16:creationId xmlns:a16="http://schemas.microsoft.com/office/drawing/2014/main" id="{AF27B2D8-AEDF-F70E-71AD-CB5AE1AC6C66}"/>
              </a:ext>
            </a:extLst>
          </p:cNvPr>
          <p:cNvSpPr>
            <a:spLocks noChangeAspect="1"/>
          </p:cNvSpPr>
          <p:nvPr/>
        </p:nvSpPr>
        <p:spPr>
          <a:xfrm>
            <a:off x="5885890" y="2635250"/>
            <a:ext cx="420220" cy="1587500"/>
          </a:xfrm>
          <a:prstGeom prst="rect">
            <a:avLst/>
          </a:prstGeom>
          <a:solidFill>
            <a:srgbClr val="F5B746"/>
          </a:solidFill>
          <a:ln w="3175">
            <a:solidFill>
              <a:srgbClr val="F5B746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17312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4" descr="{&quot;source_deck&quot;:&quot;七页原图批量可编辑复刻.pptx&quot;,&quot;source_slide&quot;:1,&quot;source_shape_id&quot;:2,&quot;category&quot;:&quot;badges&quot;,&quot;id&quot;:&quot;badge-0024&quot;}">
            <a:extLst>
              <a:ext uri="{FF2B5EF4-FFF2-40B4-BE49-F238E27FC236}">
                <a16:creationId xmlns:a16="http://schemas.microsoft.com/office/drawing/2014/main" id="{D125D276-EB09-D397-ACCD-19FB3F941294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55736"/>
            <a:ext cx="1587500" cy="1146528"/>
          </a:xfrm>
          <a:prstGeom prst="roundRect">
            <a:avLst>
              <a:gd name="adj" fmla="val 16742"/>
            </a:avLst>
          </a:prstGeom>
          <a:solidFill>
            <a:srgbClr val="155DB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321825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8" descr="{&quot;source_deck&quot;:&quot;七页原图批量可编辑复刻.pptx&quot;,&quot;source_slide&quot;:2,&quot;source_shape_id&quot;:2,&quot;category&quot;:&quot;badges&quot;,&quot;id&quot;:&quot;badge-0038&quot;}">
            <a:extLst>
              <a:ext uri="{FF2B5EF4-FFF2-40B4-BE49-F238E27FC236}">
                <a16:creationId xmlns:a16="http://schemas.microsoft.com/office/drawing/2014/main" id="{517EFC56-D91F-C433-C231-BFF25848C694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55736"/>
            <a:ext cx="1587500" cy="1146528"/>
          </a:xfrm>
          <a:prstGeom prst="roundRect">
            <a:avLst>
              <a:gd name="adj" fmla="val 15385"/>
            </a:avLst>
          </a:prstGeom>
          <a:solidFill>
            <a:srgbClr val="155DB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72116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9" descr="{&quot;source_deck&quot;:&quot;七页原图批量可编辑复刻.pptx&quot;,&quot;source_slide&quot;:2,&quot;source_shape_id&quot;:5,&quot;category&quot;:&quot;badges&quot;,&quot;id&quot;:&quot;badge-0029&quot;}">
            <a:extLst>
              <a:ext uri="{FF2B5EF4-FFF2-40B4-BE49-F238E27FC236}">
                <a16:creationId xmlns:a16="http://schemas.microsoft.com/office/drawing/2014/main" id="{50B7D544-F8C3-A9E3-559F-606C454F3BDD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06211"/>
            <a:ext cx="1587500" cy="1245577"/>
          </a:xfrm>
          <a:prstGeom prst="rect">
            <a:avLst/>
          </a:prstGeom>
          <a:solidFill>
            <a:srgbClr val="155DB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57838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7" descr="{&quot;source_deck&quot;:&quot;七页原图批量可编辑复刻.pptx&quot;,&quot;source_slide&quot;:2,&quot;source_shape_id&quot;:11,&quot;category&quot;:&quot;badges&quot;,&quot;id&quot;:&quot;badge-0047&quot;}">
            <a:extLst>
              <a:ext uri="{FF2B5EF4-FFF2-40B4-BE49-F238E27FC236}">
                <a16:creationId xmlns:a16="http://schemas.microsoft.com/office/drawing/2014/main" id="{7C02B5F6-BB87-5232-362C-127BE701936F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06211"/>
            <a:ext cx="1587500" cy="1245577"/>
          </a:xfrm>
          <a:prstGeom prst="rect">
            <a:avLst/>
          </a:prstGeom>
          <a:solidFill>
            <a:srgbClr val="17864A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295341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5" descr="{&quot;source_deck&quot;:&quot;七页原图批量可编辑复刻.pptx&quot;,&quot;source_slide&quot;:2,&quot;source_shape_id&quot;:17,&quot;category&quot;:&quot;badges&quot;,&quot;id&quot;:&quot;badge-0025&quot;}">
            <a:extLst>
              <a:ext uri="{FF2B5EF4-FFF2-40B4-BE49-F238E27FC236}">
                <a16:creationId xmlns:a16="http://schemas.microsoft.com/office/drawing/2014/main" id="{A35454CB-980A-79CF-BD67-6E6680E0C2C7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06211"/>
            <a:ext cx="1587500" cy="1245577"/>
          </a:xfrm>
          <a:prstGeom prst="rect">
            <a:avLst/>
          </a:prstGeom>
          <a:solidFill>
            <a:srgbClr val="F08313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316950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5" descr="{&quot;source_deck&quot;:&quot;七页原图批量可编辑复刻.pptx&quot;,&quot;source_slide&quot;:2,&quot;source_shape_id&quot;:23,&quot;category&quot;:&quot;badges&quot;,&quot;id&quot;:&quot;badge-0005&quot;}">
            <a:extLst>
              <a:ext uri="{FF2B5EF4-FFF2-40B4-BE49-F238E27FC236}">
                <a16:creationId xmlns:a16="http://schemas.microsoft.com/office/drawing/2014/main" id="{2FBC7EDA-712A-0F2F-12CA-4FD508D8052C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806211"/>
            <a:ext cx="1587500" cy="1245577"/>
          </a:xfrm>
          <a:prstGeom prst="rect">
            <a:avLst/>
          </a:prstGeom>
          <a:solidFill>
            <a:srgbClr val="6742D7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436011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1" descr="{&quot;source_deck&quot;:&quot;七页原图批量可编辑复刻.pptx&quot;,&quot;source_slide&quot;:3,&quot;source_shape_id&quot;:5,&quot;category&quot;:&quot;badges&quot;,&quot;id&quot;:&quot;badge-0001&quot;}">
            <a:extLst>
              <a:ext uri="{FF2B5EF4-FFF2-40B4-BE49-F238E27FC236}">
                <a16:creationId xmlns:a16="http://schemas.microsoft.com/office/drawing/2014/main" id="{DA8AA4F7-B5BD-4C69-C7A3-E52E2D0DE560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3074648"/>
            <a:ext cx="1587500" cy="708705"/>
          </a:xfrm>
          <a:prstGeom prst="roundRect">
            <a:avLst>
              <a:gd name="adj" fmla="val 36000"/>
            </a:avLst>
          </a:prstGeom>
          <a:solidFill>
            <a:srgbClr val="155DBB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3243977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8" descr="{&quot;source_deck&quot;:&quot;七页原图批量可编辑复刻.pptx&quot;,&quot;source_slide&quot;:3,&quot;source_shape_id&quot;:7,&quot;category&quot;:&quot;badges&quot;,&quot;id&quot;:&quot;badge-0008&quot;}">
            <a:extLst>
              <a:ext uri="{FF2B5EF4-FFF2-40B4-BE49-F238E27FC236}">
                <a16:creationId xmlns:a16="http://schemas.microsoft.com/office/drawing/2014/main" id="{ED90C3E5-D9C1-DB38-B9CF-2943C26B3410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3074648"/>
            <a:ext cx="1587500" cy="708705"/>
          </a:xfrm>
          <a:prstGeom prst="roundRect">
            <a:avLst>
              <a:gd name="adj" fmla="val 36000"/>
            </a:avLst>
          </a:prstGeom>
          <a:solidFill>
            <a:srgbClr val="F08313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992582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7" descr="{&quot;source_deck&quot;:&quot;七页原图批量可编辑复刻.pptx&quot;,&quot;source_slide&quot;:4,&quot;source_shape_id&quot;:2,&quot;category&quot;:&quot;badges&quot;,&quot;id&quot;:&quot;badge-0037&quot;}">
            <a:extLst>
              <a:ext uri="{FF2B5EF4-FFF2-40B4-BE49-F238E27FC236}">
                <a16:creationId xmlns:a16="http://schemas.microsoft.com/office/drawing/2014/main" id="{2F186908-BE4D-E74A-EB67-00703E53A6D1}"/>
              </a:ext>
            </a:extLst>
          </p:cNvPr>
          <p:cNvSpPr>
            <a:spLocks noGrp="1" noChangeAspect="1"/>
          </p:cNvSpPr>
          <p:nvPr/>
        </p:nvSpPr>
        <p:spPr>
          <a:xfrm>
            <a:off x="5544785" y="2635250"/>
            <a:ext cx="1102430" cy="1587500"/>
          </a:xfrm>
          <a:prstGeom prst="rect">
            <a:avLst/>
          </a:prstGeom>
          <a:solidFill>
            <a:srgbClr val="2F77BE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529506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50" descr="{&quot;source_deck&quot;:&quot;七页原图批量可编辑复刻.pptx&quot;,&quot;source_slide&quot;:7,&quot;source_shape_id&quot;:5,&quot;category&quot;:&quot;badges&quot;,&quot;id&quot;:&quot;badge-0050&quot;}">
            <a:extLst>
              <a:ext uri="{FF2B5EF4-FFF2-40B4-BE49-F238E27FC236}">
                <a16:creationId xmlns:a16="http://schemas.microsoft.com/office/drawing/2014/main" id="{5FA79083-6A8C-2EFB-3392-DA4EDE17B4BD}"/>
              </a:ext>
            </a:extLst>
          </p:cNvPr>
          <p:cNvSpPr>
            <a:spLocks noGrp="1" noChangeAspect="1"/>
          </p:cNvSpPr>
          <p:nvPr/>
        </p:nvSpPr>
        <p:spPr>
          <a:xfrm>
            <a:off x="5302250" y="2910632"/>
            <a:ext cx="1587500" cy="1036735"/>
          </a:xfrm>
          <a:prstGeom prst="rect">
            <a:avLst/>
          </a:prstGeom>
          <a:solidFill>
            <a:srgbClr val="C90E0E"/>
          </a:solidFill>
          <a:ln w="0">
            <a:noFill/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461105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0" descr="{&quot;source_deck&quot;:&quot;rebuilt-slide-01.pptx&quot;,&quot;source_slide&quot;:1,&quot;source_shape_id&quot;:89,&quot;category&quot;:&quot;badges&quot;,&quot;id&quot;:&quot;badge-0020&quot;}">
            <a:extLst>
              <a:ext uri="{FF2B5EF4-FFF2-40B4-BE49-F238E27FC236}">
                <a16:creationId xmlns:a16="http://schemas.microsoft.com/office/drawing/2014/main" id="{1B6451F8-B536-C413-00DE-B808F395157E}"/>
              </a:ext>
            </a:extLst>
          </p:cNvPr>
          <p:cNvSpPr>
            <a:spLocks noChangeAspect="1"/>
          </p:cNvSpPr>
          <p:nvPr/>
        </p:nvSpPr>
        <p:spPr>
          <a:xfrm>
            <a:off x="5302250" y="2734469"/>
            <a:ext cx="1587500" cy="1389063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026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2" descr="{&quot;source_deck&quot;:&quot;rebuilt-slide-01.pptx&quot;,&quot;source_slide&quot;:1,&quot;source_shape_id&quot;:91,&quot;category&quot;:&quot;badges&quot;,&quot;id&quot;:&quot;badge-0032&quot;}">
            <a:extLst>
              <a:ext uri="{FF2B5EF4-FFF2-40B4-BE49-F238E27FC236}">
                <a16:creationId xmlns:a16="http://schemas.microsoft.com/office/drawing/2014/main" id="{516F86EC-2B2F-6F2D-235C-FC0323C8499A}"/>
              </a:ext>
            </a:extLst>
          </p:cNvPr>
          <p:cNvSpPr>
            <a:spLocks noChangeAspect="1"/>
          </p:cNvSpPr>
          <p:nvPr/>
        </p:nvSpPr>
        <p:spPr>
          <a:xfrm>
            <a:off x="5302250" y="2850224"/>
            <a:ext cx="1587500" cy="1157552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1984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3" descr="{&quot;source_deck&quot;:&quot;rebuilt-slide-01.pptx&quot;,&quot;source_slide&quot;:1,&quot;source_shape_id&quot;:93,&quot;category&quot;:&quot;badges&quot;,&quot;id&quot;:&quot;badge-0023&quot;}">
            <a:extLst>
              <a:ext uri="{FF2B5EF4-FFF2-40B4-BE49-F238E27FC236}">
                <a16:creationId xmlns:a16="http://schemas.microsoft.com/office/drawing/2014/main" id="{9B05E595-4E4B-C5A3-62AD-53F420E03DA8}"/>
              </a:ext>
            </a:extLst>
          </p:cNvPr>
          <p:cNvSpPr>
            <a:spLocks noChangeAspect="1"/>
          </p:cNvSpPr>
          <p:nvPr/>
        </p:nvSpPr>
        <p:spPr>
          <a:xfrm>
            <a:off x="5302250" y="2873375"/>
            <a:ext cx="1587500" cy="111125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6314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4" descr="{&quot;source_deck&quot;:&quot;rebuilt-slide-01.pptx&quot;,&quot;source_slide&quot;:1,&quot;source_shape_id&quot;:99,&quot;category&quot;:&quot;badges&quot;,&quot;id&quot;:&quot;badge-0004&quot;}">
            <a:extLst>
              <a:ext uri="{FF2B5EF4-FFF2-40B4-BE49-F238E27FC236}">
                <a16:creationId xmlns:a16="http://schemas.microsoft.com/office/drawing/2014/main" id="{DDC5C59F-7377-0093-9E7E-DE6C7BC65D83}"/>
              </a:ext>
            </a:extLst>
          </p:cNvPr>
          <p:cNvSpPr>
            <a:spLocks noChangeAspect="1"/>
          </p:cNvSpPr>
          <p:nvPr/>
        </p:nvSpPr>
        <p:spPr>
          <a:xfrm>
            <a:off x="5302250" y="2678156"/>
            <a:ext cx="1587500" cy="1501689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6846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7" descr="{&quot;source_deck&quot;:&quot;rebuilt-slide-01.pptx&quot;,&quot;source_slide&quot;:1,&quot;source_shape_id&quot;:101,&quot;category&quot;:&quot;badges&quot;,&quot;id&quot;:&quot;badge-0007&quot;}">
            <a:extLst>
              <a:ext uri="{FF2B5EF4-FFF2-40B4-BE49-F238E27FC236}">
                <a16:creationId xmlns:a16="http://schemas.microsoft.com/office/drawing/2014/main" id="{9D44050A-39D2-C573-E604-4B025CADA838}"/>
              </a:ext>
            </a:extLst>
          </p:cNvPr>
          <p:cNvSpPr>
            <a:spLocks noChangeAspect="1"/>
          </p:cNvSpPr>
          <p:nvPr/>
        </p:nvSpPr>
        <p:spPr>
          <a:xfrm>
            <a:off x="5302250" y="2782925"/>
            <a:ext cx="1587500" cy="1292151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7563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22" descr="{&quot;source_deck&quot;:&quot;rebuilt-slide-01.pptx&quot;,&quot;source_slide&quot;:1,&quot;source_shape_id&quot;:103,&quot;category&quot;:&quot;badges&quot;,&quot;id&quot;:&quot;badge-0022&quot;}">
            <a:extLst>
              <a:ext uri="{FF2B5EF4-FFF2-40B4-BE49-F238E27FC236}">
                <a16:creationId xmlns:a16="http://schemas.microsoft.com/office/drawing/2014/main" id="{A2CBA012-308B-9AB4-3E17-60BEA5F0DE9E}"/>
              </a:ext>
            </a:extLst>
          </p:cNvPr>
          <p:cNvSpPr>
            <a:spLocks noChangeAspect="1"/>
          </p:cNvSpPr>
          <p:nvPr/>
        </p:nvSpPr>
        <p:spPr>
          <a:xfrm>
            <a:off x="5302250" y="2837910"/>
            <a:ext cx="1587500" cy="1182181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6117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3" descr="{&quot;source_deck&quot;:&quot;rebuilt-slide-01.pptx&quot;,&quot;source_slide&quot;:1,&quot;source_shape_id&quot;:105,&quot;category&quot;:&quot;badges&quot;,&quot;id&quot;:&quot;badge-0003&quot;}">
            <a:extLst>
              <a:ext uri="{FF2B5EF4-FFF2-40B4-BE49-F238E27FC236}">
                <a16:creationId xmlns:a16="http://schemas.microsoft.com/office/drawing/2014/main" id="{17AC350B-30CF-A1E7-FABD-407F2D90C0FE}"/>
              </a:ext>
            </a:extLst>
          </p:cNvPr>
          <p:cNvSpPr>
            <a:spLocks noChangeAspect="1"/>
          </p:cNvSpPr>
          <p:nvPr/>
        </p:nvSpPr>
        <p:spPr>
          <a:xfrm>
            <a:off x="5518727" y="2635250"/>
            <a:ext cx="1154545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2953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7" descr="{&quot;source_deck&quot;:&quot;rebuilt-slide-01.pptx&quot;,&quot;source_slide&quot;:1,&quot;source_shape_id&quot;:107,&quot;category&quot;:&quot;badges&quot;,&quot;id&quot;:&quot;badge-0017&quot;}">
            <a:extLst>
              <a:ext uri="{FF2B5EF4-FFF2-40B4-BE49-F238E27FC236}">
                <a16:creationId xmlns:a16="http://schemas.microsoft.com/office/drawing/2014/main" id="{15609D96-D204-06A0-FB1E-555BB4797304}"/>
              </a:ext>
            </a:extLst>
          </p:cNvPr>
          <p:cNvSpPr>
            <a:spLocks noChangeAspect="1"/>
          </p:cNvSpPr>
          <p:nvPr/>
        </p:nvSpPr>
        <p:spPr>
          <a:xfrm>
            <a:off x="5403273" y="2635250"/>
            <a:ext cx="1385454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83393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1" descr="{&quot;source_deck&quot;:&quot;rebuilt-slide-01.pptx&quot;,&quot;source_slide&quot;:1,&quot;source_shape_id&quot;:109,&quot;category&quot;:&quot;badges&quot;,&quot;id&quot;:&quot;badge-0031&quot;}">
            <a:extLst>
              <a:ext uri="{FF2B5EF4-FFF2-40B4-BE49-F238E27FC236}">
                <a16:creationId xmlns:a16="http://schemas.microsoft.com/office/drawing/2014/main" id="{7BA66F14-893A-5C6A-57C9-CFED6EB7F45A}"/>
              </a:ext>
            </a:extLst>
          </p:cNvPr>
          <p:cNvSpPr>
            <a:spLocks noChangeAspect="1"/>
          </p:cNvSpPr>
          <p:nvPr/>
        </p:nvSpPr>
        <p:spPr>
          <a:xfrm>
            <a:off x="5374409" y="2635250"/>
            <a:ext cx="1443182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609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0" descr="{&quot;source_deck&quot;:&quot;rebuilt-slide-01.pptx&quot;,&quot;source_slide&quot;:1,&quot;source_shape_id&quot;:111,&quot;category&quot;:&quot;badges&quot;,&quot;id&quot;:&quot;badge-0010&quot;}">
            <a:extLst>
              <a:ext uri="{FF2B5EF4-FFF2-40B4-BE49-F238E27FC236}">
                <a16:creationId xmlns:a16="http://schemas.microsoft.com/office/drawing/2014/main" id="{21154C73-CFD3-1B5D-407F-C4369CCC1FAE}"/>
              </a:ext>
            </a:extLst>
          </p:cNvPr>
          <p:cNvSpPr>
            <a:spLocks noChangeAspect="1"/>
          </p:cNvSpPr>
          <p:nvPr/>
        </p:nvSpPr>
        <p:spPr>
          <a:xfrm>
            <a:off x="5302250" y="2846917"/>
            <a:ext cx="1587500" cy="1164167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9689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9" descr="{&quot;source_deck&quot;:&quot;rebuilt-slide-01.pptx&quot;,&quot;source_slide&quot;:1,&quot;source_shape_id&quot;:115,&quot;category&quot;:&quot;badges&quot;,&quot;id&quot;:&quot;badge-0039&quot;}">
            <a:extLst>
              <a:ext uri="{FF2B5EF4-FFF2-40B4-BE49-F238E27FC236}">
                <a16:creationId xmlns:a16="http://schemas.microsoft.com/office/drawing/2014/main" id="{A61649B2-BDBD-5165-997A-AE32A59DF529}"/>
              </a:ext>
            </a:extLst>
          </p:cNvPr>
          <p:cNvSpPr>
            <a:spLocks noChangeAspect="1"/>
          </p:cNvSpPr>
          <p:nvPr/>
        </p:nvSpPr>
        <p:spPr>
          <a:xfrm>
            <a:off x="5562023" y="2635250"/>
            <a:ext cx="1067954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263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2" descr="{&quot;source_deck&quot;:&quot;rebuilt-slide-01.pptx&quot;,&quot;source_slide&quot;:1,&quot;source_shape_id&quot;:119,&quot;category&quot;:&quot;badges&quot;,&quot;id&quot;:&quot;badge-0002&quot;}">
            <a:extLst>
              <a:ext uri="{FF2B5EF4-FFF2-40B4-BE49-F238E27FC236}">
                <a16:creationId xmlns:a16="http://schemas.microsoft.com/office/drawing/2014/main" id="{D5D05DE3-4BC1-BDC5-7422-5AC95E4F27BC}"/>
              </a:ext>
            </a:extLst>
          </p:cNvPr>
          <p:cNvSpPr>
            <a:spLocks noChangeAspect="1"/>
          </p:cNvSpPr>
          <p:nvPr/>
        </p:nvSpPr>
        <p:spPr>
          <a:xfrm>
            <a:off x="5417705" y="2635250"/>
            <a:ext cx="1356591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3079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06" descr="{&quot;source_deck&quot;:&quot;rebuilt-slide-01.pptx&quot;,&quot;source_slide&quot;:1,&quot;source_shape_id&quot;:121,&quot;category&quot;:&quot;badges&quot;,&quot;id&quot;:&quot;badge-0006&quot;}">
            <a:extLst>
              <a:ext uri="{FF2B5EF4-FFF2-40B4-BE49-F238E27FC236}">
                <a16:creationId xmlns:a16="http://schemas.microsoft.com/office/drawing/2014/main" id="{2560EB77-3EB9-4383-F5CD-7476FDC60CB0}"/>
              </a:ext>
            </a:extLst>
          </p:cNvPr>
          <p:cNvSpPr>
            <a:spLocks noChangeAspect="1"/>
          </p:cNvSpPr>
          <p:nvPr/>
        </p:nvSpPr>
        <p:spPr>
          <a:xfrm>
            <a:off x="5518727" y="2635250"/>
            <a:ext cx="1154545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1526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0" descr="{&quot;source_deck&quot;:&quot;rebuilt-slide-01.pptx&quot;,&quot;source_slide&quot;:1,&quot;source_shape_id&quot;:123,&quot;category&quot;:&quot;badges&quot;,&quot;id&quot;:&quot;badge-0040&quot;}">
            <a:extLst>
              <a:ext uri="{FF2B5EF4-FFF2-40B4-BE49-F238E27FC236}">
                <a16:creationId xmlns:a16="http://schemas.microsoft.com/office/drawing/2014/main" id="{26BB5492-C54B-56E3-1746-82F05E05C1C8}"/>
              </a:ext>
            </a:extLst>
          </p:cNvPr>
          <p:cNvSpPr>
            <a:spLocks noChangeAspect="1"/>
          </p:cNvSpPr>
          <p:nvPr/>
        </p:nvSpPr>
        <p:spPr>
          <a:xfrm>
            <a:off x="5403273" y="2635250"/>
            <a:ext cx="1385454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61605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30" descr="{&quot;source_deck&quot;:&quot;rebuilt-slide-01.pptx&quot;,&quot;source_slide&quot;:1,&quot;source_shape_id&quot;:125,&quot;category&quot;:&quot;badges&quot;,&quot;id&quot;:&quot;badge-0030&quot;}">
            <a:extLst>
              <a:ext uri="{FF2B5EF4-FFF2-40B4-BE49-F238E27FC236}">
                <a16:creationId xmlns:a16="http://schemas.microsoft.com/office/drawing/2014/main" id="{0842DBFB-9389-0DDF-88F4-ACFE732047FA}"/>
              </a:ext>
            </a:extLst>
          </p:cNvPr>
          <p:cNvSpPr>
            <a:spLocks noChangeAspect="1"/>
          </p:cNvSpPr>
          <p:nvPr/>
        </p:nvSpPr>
        <p:spPr>
          <a:xfrm>
            <a:off x="5374409" y="2635250"/>
            <a:ext cx="1443182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9176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2" descr="{&quot;source_deck&quot;:&quot;rebuilt-slide-01.pptx&quot;,&quot;source_slide&quot;:1,&quot;source_shape_id&quot;:127,&quot;category&quot;:&quot;badges&quot;,&quot;id&quot;:&quot;badge-0012&quot;}">
            <a:extLst>
              <a:ext uri="{FF2B5EF4-FFF2-40B4-BE49-F238E27FC236}">
                <a16:creationId xmlns:a16="http://schemas.microsoft.com/office/drawing/2014/main" id="{141E5F35-B21D-9E19-B674-88BAA167BE3A}"/>
              </a:ext>
            </a:extLst>
          </p:cNvPr>
          <p:cNvSpPr>
            <a:spLocks noChangeAspect="1"/>
          </p:cNvSpPr>
          <p:nvPr/>
        </p:nvSpPr>
        <p:spPr>
          <a:xfrm>
            <a:off x="5302250" y="2846917"/>
            <a:ext cx="1587500" cy="1164167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03126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1" descr="{&quot;source_deck&quot;:&quot;rebuilt-slide-01.pptx&quot;,&quot;source_slide&quot;:1,&quot;source_shape_id&quot;:129,&quot;category&quot;:&quot;badges&quot;,&quot;id&quot;:&quot;badge-0041&quot;}">
            <a:extLst>
              <a:ext uri="{FF2B5EF4-FFF2-40B4-BE49-F238E27FC236}">
                <a16:creationId xmlns:a16="http://schemas.microsoft.com/office/drawing/2014/main" id="{826CD22D-03A6-2084-4A9D-324B327DBB55}"/>
              </a:ext>
            </a:extLst>
          </p:cNvPr>
          <p:cNvSpPr>
            <a:spLocks noChangeAspect="1"/>
          </p:cNvSpPr>
          <p:nvPr/>
        </p:nvSpPr>
        <p:spPr>
          <a:xfrm>
            <a:off x="5302250" y="2839051"/>
            <a:ext cx="1587500" cy="1179899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30689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42" descr="{&quot;source_deck&quot;:&quot;rebuilt-slide-01.pptx&quot;,&quot;source_slide&quot;:1,&quot;source_shape_id&quot;:131,&quot;category&quot;:&quot;badges&quot;,&quot;id&quot;:&quot;badge-0042&quot;}">
            <a:extLst>
              <a:ext uri="{FF2B5EF4-FFF2-40B4-BE49-F238E27FC236}">
                <a16:creationId xmlns:a16="http://schemas.microsoft.com/office/drawing/2014/main" id="{0AD59AF2-C7AD-D821-C892-245492414576}"/>
              </a:ext>
            </a:extLst>
          </p:cNvPr>
          <p:cNvSpPr>
            <a:spLocks noChangeAspect="1"/>
          </p:cNvSpPr>
          <p:nvPr/>
        </p:nvSpPr>
        <p:spPr>
          <a:xfrm>
            <a:off x="5562023" y="2635250"/>
            <a:ext cx="1067954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4695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8" descr="{&quot;source_deck&quot;:&quot;rebuilt-slide-01.pptx&quot;,&quot;source_slide&quot;:1,&quot;source_shape_id&quot;:133,&quot;category&quot;:&quot;badges&quot;,&quot;id&quot;:&quot;badge-0018&quot;}">
            <a:extLst>
              <a:ext uri="{FF2B5EF4-FFF2-40B4-BE49-F238E27FC236}">
                <a16:creationId xmlns:a16="http://schemas.microsoft.com/office/drawing/2014/main" id="{02B3DA77-620B-3C8B-D945-08BFE5BA4771}"/>
              </a:ext>
            </a:extLst>
          </p:cNvPr>
          <p:cNvSpPr>
            <a:spLocks noChangeAspect="1"/>
          </p:cNvSpPr>
          <p:nvPr/>
        </p:nvSpPr>
        <p:spPr>
          <a:xfrm>
            <a:off x="5475432" y="2635250"/>
            <a:ext cx="1241136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19221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0013" descr="{&quot;source_deck&quot;:&quot;rebuilt-slide-01.pptx&quot;,&quot;source_slide&quot;:1,&quot;source_shape_id&quot;:135,&quot;category&quot;:&quot;badges&quot;,&quot;id&quot;:&quot;badge-0013&quot;}">
            <a:extLst>
              <a:ext uri="{FF2B5EF4-FFF2-40B4-BE49-F238E27FC236}">
                <a16:creationId xmlns:a16="http://schemas.microsoft.com/office/drawing/2014/main" id="{4BC6A5F4-B1F5-5525-FA59-959CBD0434CC}"/>
              </a:ext>
            </a:extLst>
          </p:cNvPr>
          <p:cNvSpPr>
            <a:spLocks noChangeAspect="1"/>
          </p:cNvSpPr>
          <p:nvPr/>
        </p:nvSpPr>
        <p:spPr>
          <a:xfrm>
            <a:off x="5417705" y="2635250"/>
            <a:ext cx="1356591" cy="158750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2851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9"/>
  <p:tag name="CATEGORY" val="badg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4"/>
  <p:tag name="CATEGORY" val="badg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5"/>
  <p:tag name="CATEGORY" val="badg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7"/>
  <p:tag name="CATEGORY" val="badg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6"/>
  <p:tag name="CATEGORY" val="badg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1"/>
  <p:tag name="CATEGORY" val="badg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5"/>
  <p:tag name="CATEGORY" val="badg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6"/>
  <p:tag name="CATEGORY" val="badg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8"/>
  <p:tag name="CATEGORY" val="badge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3"/>
  <p:tag name="CATEGORY" val="badg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9"/>
  <p:tag name="CATEGORY" val="badg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9"/>
  <p:tag name="CATEGORY" val="badge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8"/>
  <p:tag name="CATEGORY" val="badge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4"/>
  <p:tag name="CATEGORY" val="badge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3"/>
  <p:tag name="CATEGORY" val="badge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4"/>
  <p:tag name="CATEGORY" val="badge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5"/>
  <p:tag name="CATEGORY" val="badge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6"/>
  <p:tag name="CATEGORY" val="badge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1"/>
  <p:tag name="CATEGORY" val="badge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6"/>
  <p:tag name="CATEGORY" val="badge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4"/>
  <p:tag name="CATEGORY" val="badge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8"/>
  <p:tag name="CATEGORY" val="badges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9"/>
  <p:tag name="CATEGORY" val="badge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7"/>
  <p:tag name="CATEGORY" val="badge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5"/>
  <p:tag name="CATEGORY" val="badges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5"/>
  <p:tag name="CATEGORY" val="badge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1"/>
  <p:tag name="CATEGORY" val="badges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8"/>
  <p:tag name="CATEGORY" val="badges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7"/>
  <p:tag name="CATEGORY" val="badges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50"/>
  <p:tag name="CATEGORY" val="badge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0"/>
  <p:tag name="CATEGORY" val="badge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2"/>
  <p:tag name="CATEGORY" val="badge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3"/>
  <p:tag name="CATEGORY" val="badge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4"/>
  <p:tag name="CATEGORY" val="badges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7"/>
  <p:tag name="CATEGORY" val="badge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22"/>
  <p:tag name="CATEGORY" val="badge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3"/>
  <p:tag name="CATEGORY" val="badges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7"/>
  <p:tag name="CATEGORY" val="badge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1"/>
  <p:tag name="CATEGORY" val="badge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0"/>
  <p:tag name="CATEGORY" val="badges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9"/>
  <p:tag name="CATEGORY" val="badge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2"/>
  <p:tag name="CATEGORY" val="badges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06"/>
  <p:tag name="CATEGORY" val="badges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0"/>
  <p:tag name="CATEGORY" val="badges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30"/>
  <p:tag name="CATEGORY" val="badges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2"/>
  <p:tag name="CATEGORY" val="badges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1"/>
  <p:tag name="CATEGORY" val="badge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42"/>
  <p:tag name="CATEGORY" val="badges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8"/>
  <p:tag name="CATEGORY" val="badges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badge-0013"/>
  <p:tag name="CATEGORY" val="badge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2026-08-22T06:14:07Z</dcterms:created>
  <dcterms:modified xsi:type="dcterms:W3CDTF">2026-08-22T06:14:07Z</dcterms:modified>
</cp:coreProperties>
</file>