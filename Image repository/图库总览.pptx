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ec46f305814884" /><Relationship Type="http://schemas.openxmlformats.org/officeDocument/2006/relationships/extended-properties" Target="/docProps/app.xml" Id="Rbf3c437bbb9e4392" /><Relationship Type="http://schemas.openxmlformats.org/officeDocument/2006/relationships/officeDocument" Target="/ppt/presentation.xml" Id="R1c400dde057b4b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3e0d521645b434f"/>
  </p:sldMasterIdLst>
  <p:notesMasterIdLst>
    <p:notesMasterId xmlns:r="http://schemas.openxmlformats.org/officeDocument/2006/relationships" r:id="Ree1006b412ad4702"/>
  </p:notesMasterIdLst>
  <p:sldIdLst>
    <p:sldId xmlns:r="http://schemas.openxmlformats.org/officeDocument/2006/relationships" id="256" r:id="R26fc6d2631d24fde"/>
    <p:sldId xmlns:r="http://schemas.openxmlformats.org/officeDocument/2006/relationships" id="257" r:id="R376cb3abaace4925"/>
    <p:sldId xmlns:r="http://schemas.openxmlformats.org/officeDocument/2006/relationships" id="258" r:id="R10528a868a064f18"/>
    <p:sldId xmlns:r="http://schemas.openxmlformats.org/officeDocument/2006/relationships" id="259" r:id="R28f5f874c6e34edc"/>
    <p:sldId xmlns:r="http://schemas.openxmlformats.org/officeDocument/2006/relationships" id="260" r:id="R846de9e9312e4c49"/>
    <p:sldId xmlns:r="http://schemas.openxmlformats.org/officeDocument/2006/relationships" id="261" r:id="R19eb6c2c197042a3"/>
    <p:sldId xmlns:r="http://schemas.openxmlformats.org/officeDocument/2006/relationships" id="262" r:id="Re1cd333b4b6d4cd8"/>
    <p:sldId xmlns:r="http://schemas.openxmlformats.org/officeDocument/2006/relationships" id="263" r:id="Rc94f1c2c0ec747e7"/>
    <p:sldId xmlns:r="http://schemas.openxmlformats.org/officeDocument/2006/relationships" id="264" r:id="Rba616a4cab24415c"/>
    <p:sldId xmlns:r="http://schemas.openxmlformats.org/officeDocument/2006/relationships" id="265" r:id="R56282951d0b04b52"/>
    <p:sldId xmlns:r="http://schemas.openxmlformats.org/officeDocument/2006/relationships" id="266" r:id="Rfcd16f3e9ea64431"/>
    <p:sldId xmlns:r="http://schemas.openxmlformats.org/officeDocument/2006/relationships" id="267" r:id="R366400e7b4094728"/>
    <p:sldId xmlns:r="http://schemas.openxmlformats.org/officeDocument/2006/relationships" id="268" r:id="Rcfeea26b30bc4612"/>
    <p:sldId xmlns:r="http://schemas.openxmlformats.org/officeDocument/2006/relationships" id="269" r:id="Rda6988e1b7cb4a1f"/>
    <p:sldId xmlns:r="http://schemas.openxmlformats.org/officeDocument/2006/relationships" id="270" r:id="R16e5a24a2bc242a2"/>
    <p:sldId xmlns:r="http://schemas.openxmlformats.org/officeDocument/2006/relationships" id="271" r:id="Ra1f0b4517bae4a17"/>
    <p:sldId xmlns:r="http://schemas.openxmlformats.org/officeDocument/2006/relationships" id="272" r:id="R7964d2cf3f5c4a54"/>
    <p:sldId xmlns:r="http://schemas.openxmlformats.org/officeDocument/2006/relationships" id="273" r:id="R1115304761714113"/>
    <p:sldId xmlns:r="http://schemas.openxmlformats.org/officeDocument/2006/relationships" id="274" r:id="Rb3bd8737c9884238"/>
    <p:sldId xmlns:r="http://schemas.openxmlformats.org/officeDocument/2006/relationships" id="275" r:id="R983d8b7322414c7c"/>
    <p:sldId xmlns:r="http://schemas.openxmlformats.org/officeDocument/2006/relationships" id="276" r:id="R0e17f6cc536e449f"/>
    <p:sldId xmlns:r="http://schemas.openxmlformats.org/officeDocument/2006/relationships" id="277" r:id="Rf14b3eefc4c84684"/>
    <p:sldId xmlns:r="http://schemas.openxmlformats.org/officeDocument/2006/relationships" id="278" r:id="R8845e96ac4f840b6"/>
    <p:sldId xmlns:r="http://schemas.openxmlformats.org/officeDocument/2006/relationships" id="279" r:id="R658426c710244399"/>
    <p:sldId xmlns:r="http://schemas.openxmlformats.org/officeDocument/2006/relationships" id="280" r:id="R6b87b80b33ab4dbf"/>
    <p:sldId xmlns:r="http://schemas.openxmlformats.org/officeDocument/2006/relationships" id="281" r:id="Ra73203dd4d70465e"/>
    <p:sldId xmlns:r="http://schemas.openxmlformats.org/officeDocument/2006/relationships" id="282" r:id="R9d914ae661cc4476"/>
    <p:sldId xmlns:r="http://schemas.openxmlformats.org/officeDocument/2006/relationships" id="283" r:id="R72309b9f81f94c7a"/>
    <p:sldId xmlns:r="http://schemas.openxmlformats.org/officeDocument/2006/relationships" id="284" r:id="R78dadbececd844f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980b1e022e4abf" /><Relationship Type="http://schemas.openxmlformats.org/officeDocument/2006/relationships/slideMaster" Target="/ppt/slideMasters/slideMaster1.xml" Id="Rf3e0d521645b434f" /><Relationship Type="http://schemas.openxmlformats.org/officeDocument/2006/relationships/notesMaster" Target="/ppt/notesMasters/notesMaster1.xml" Id="Ree1006b412ad4702" /><Relationship Type="http://schemas.openxmlformats.org/officeDocument/2006/relationships/presProps" Target="/ppt/presProps.xml" Id="Rbf9b7fe1aeb4480e" /><Relationship Type="http://schemas.openxmlformats.org/officeDocument/2006/relationships/tableStyles" Target="/ppt/tableStyles.xml" Id="R9765bd9d050e4c95" /><Relationship Type="http://schemas.openxmlformats.org/officeDocument/2006/relationships/slide" Target="/ppt/slides/slide1.xml" Id="R26fc6d2631d24fde" /><Relationship Type="http://schemas.openxmlformats.org/officeDocument/2006/relationships/slide" Target="/ppt/slides/slide2.xml" Id="R376cb3abaace4925" /><Relationship Type="http://schemas.openxmlformats.org/officeDocument/2006/relationships/slide" Target="/ppt/slides/slide3.xml" Id="R10528a868a064f18" /><Relationship Type="http://schemas.openxmlformats.org/officeDocument/2006/relationships/slide" Target="/ppt/slides/slide4.xml" Id="R28f5f874c6e34edc" /><Relationship Type="http://schemas.openxmlformats.org/officeDocument/2006/relationships/slide" Target="/ppt/slides/slide5.xml" Id="R846de9e9312e4c49" /><Relationship Type="http://schemas.openxmlformats.org/officeDocument/2006/relationships/slide" Target="/ppt/slides/slide6.xml" Id="R19eb6c2c197042a3" /><Relationship Type="http://schemas.openxmlformats.org/officeDocument/2006/relationships/slide" Target="/ppt/slides/slide7.xml" Id="Re1cd333b4b6d4cd8" /><Relationship Type="http://schemas.openxmlformats.org/officeDocument/2006/relationships/slide" Target="/ppt/slides/slide8.xml" Id="Rc94f1c2c0ec747e7" /><Relationship Type="http://schemas.openxmlformats.org/officeDocument/2006/relationships/slide" Target="/ppt/slides/slide9.xml" Id="Rba616a4cab24415c" /><Relationship Type="http://schemas.openxmlformats.org/officeDocument/2006/relationships/slide" Target="/ppt/slides/slide10.xml" Id="R56282951d0b04b52" /><Relationship Type="http://schemas.openxmlformats.org/officeDocument/2006/relationships/slide" Target="/ppt/slides/slide11.xml" Id="Rfcd16f3e9ea64431" /><Relationship Type="http://schemas.openxmlformats.org/officeDocument/2006/relationships/slide" Target="/ppt/slides/slide12.xml" Id="R366400e7b4094728" /><Relationship Type="http://schemas.openxmlformats.org/officeDocument/2006/relationships/slide" Target="/ppt/slides/slide13.xml" Id="Rcfeea26b30bc4612" /><Relationship Type="http://schemas.openxmlformats.org/officeDocument/2006/relationships/slide" Target="/ppt/slides/slide14.xml" Id="Rda6988e1b7cb4a1f" /><Relationship Type="http://schemas.openxmlformats.org/officeDocument/2006/relationships/slide" Target="/ppt/slides/slide15.xml" Id="R16e5a24a2bc242a2" /><Relationship Type="http://schemas.openxmlformats.org/officeDocument/2006/relationships/slide" Target="/ppt/slides/slide16.xml" Id="Ra1f0b4517bae4a17" /><Relationship Type="http://schemas.openxmlformats.org/officeDocument/2006/relationships/slide" Target="/ppt/slides/slide17.xml" Id="R7964d2cf3f5c4a54" /><Relationship Type="http://schemas.openxmlformats.org/officeDocument/2006/relationships/slide" Target="/ppt/slides/slide18.xml" Id="R1115304761714113" /><Relationship Type="http://schemas.openxmlformats.org/officeDocument/2006/relationships/slide" Target="/ppt/slides/slide19.xml" Id="Rb3bd8737c9884238" /><Relationship Type="http://schemas.openxmlformats.org/officeDocument/2006/relationships/slide" Target="/ppt/slides/slide20.xml" Id="R983d8b7322414c7c" /><Relationship Type="http://schemas.openxmlformats.org/officeDocument/2006/relationships/slide" Target="/ppt/slides/slide21.xml" Id="R0e17f6cc536e449f" /><Relationship Type="http://schemas.openxmlformats.org/officeDocument/2006/relationships/slide" Target="/ppt/slides/slide22.xml" Id="Rf14b3eefc4c84684" /><Relationship Type="http://schemas.openxmlformats.org/officeDocument/2006/relationships/slide" Target="/ppt/slides/slide23.xml" Id="R8845e96ac4f840b6" /><Relationship Type="http://schemas.openxmlformats.org/officeDocument/2006/relationships/slide" Target="/ppt/slides/slide24.xml" Id="R658426c710244399" /><Relationship Type="http://schemas.openxmlformats.org/officeDocument/2006/relationships/slide" Target="/ppt/slides/slide25.xml" Id="R6b87b80b33ab4dbf" /><Relationship Type="http://schemas.openxmlformats.org/officeDocument/2006/relationships/slide" Target="/ppt/slides/slide26.xml" Id="Ra73203dd4d70465e" /><Relationship Type="http://schemas.openxmlformats.org/officeDocument/2006/relationships/slide" Target="/ppt/slides/slide27.xml" Id="R9d914ae661cc4476" /><Relationship Type="http://schemas.openxmlformats.org/officeDocument/2006/relationships/slide" Target="/ppt/slides/slide28.xml" Id="R72309b9f81f94c7a" /><Relationship Type="http://schemas.openxmlformats.org/officeDocument/2006/relationships/slide" Target="/ppt/slides/slide29.xml" Id="R78dadbececd844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11672eeb884d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2c90d4d5974efc" /><Relationship Type="http://schemas.openxmlformats.org/officeDocument/2006/relationships/notesMaster" Target="/ppt/notesMasters/notesMaster1.xml" Id="Rf9bbc74ea47045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bcc9c117344ab7" /><Relationship Type="http://schemas.openxmlformats.org/officeDocument/2006/relationships/notesMaster" Target="/ppt/notesMasters/notesMaster1.xml" Id="R9ed24ffced654f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74ccc225f24e3a" /><Relationship Type="http://schemas.openxmlformats.org/officeDocument/2006/relationships/notesMaster" Target="/ppt/notesMasters/notesMaster1.xml" Id="R4205d89649ab45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c7891e31a04d53" /><Relationship Type="http://schemas.openxmlformats.org/officeDocument/2006/relationships/notesMaster" Target="/ppt/notesMasters/notesMaster1.xml" Id="R04c478318af04c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fc42dcec684973" /><Relationship Type="http://schemas.openxmlformats.org/officeDocument/2006/relationships/notesMaster" Target="/ppt/notesMasters/notesMaster1.xml" Id="R0ed40aa5b4a441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521900b75b4542" /><Relationship Type="http://schemas.openxmlformats.org/officeDocument/2006/relationships/notesMaster" Target="/ppt/notesMasters/notesMaster1.xml" Id="R57416540f36142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01cd929ae5f4058" /><Relationship Type="http://schemas.openxmlformats.org/officeDocument/2006/relationships/notesMaster" Target="/ppt/notesMasters/notesMaster1.xml" Id="R3e209c8a4abd4c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88d9f0557946e8" /><Relationship Type="http://schemas.openxmlformats.org/officeDocument/2006/relationships/notesMaster" Target="/ppt/notesMasters/notesMaster1.xml" Id="R4ef384bb83294fd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ca16643510460f" /><Relationship Type="http://schemas.openxmlformats.org/officeDocument/2006/relationships/notesMaster" Target="/ppt/notesMasters/notesMaster1.xml" Id="R620523b6109444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31e01bcea0486f" /><Relationship Type="http://schemas.openxmlformats.org/officeDocument/2006/relationships/notesMaster" Target="/ppt/notesMasters/notesMaster1.xml" Id="R258dc0ed12d647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049f01e72204e9e" /><Relationship Type="http://schemas.openxmlformats.org/officeDocument/2006/relationships/notesMaster" Target="/ppt/notesMasters/notesMaster1.xml" Id="R25c1d4a18de346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747d2081984233" /><Relationship Type="http://schemas.openxmlformats.org/officeDocument/2006/relationships/notesMaster" Target="/ppt/notesMasters/notesMaster1.xml" Id="Rd27a72933ebb49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357ae07c8549bc" /><Relationship Type="http://schemas.openxmlformats.org/officeDocument/2006/relationships/notesMaster" Target="/ppt/notesMasters/notesMaster1.xml" Id="R7df66c195d9e415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3fd6c72460498a" /><Relationship Type="http://schemas.openxmlformats.org/officeDocument/2006/relationships/notesMaster" Target="/ppt/notesMasters/notesMaster1.xml" Id="Rd0bd06f31e334fe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441aa3735e486d" /><Relationship Type="http://schemas.openxmlformats.org/officeDocument/2006/relationships/notesMaster" Target="/ppt/notesMasters/notesMaster1.xml" Id="R0198ead6fa22428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88837d512841d2" /><Relationship Type="http://schemas.openxmlformats.org/officeDocument/2006/relationships/notesMaster" Target="/ppt/notesMasters/notesMaster1.xml" Id="Rbf5c7fad83d1472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8efabf2f264dd2" /><Relationship Type="http://schemas.openxmlformats.org/officeDocument/2006/relationships/notesMaster" Target="/ppt/notesMasters/notesMaster1.xml" Id="Ra3ffa7459d9e45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6077228c3e14acb" /><Relationship Type="http://schemas.openxmlformats.org/officeDocument/2006/relationships/notesMaster" Target="/ppt/notesMasters/notesMaster1.xml" Id="R535927979ac74b1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5ac167d84264141" /><Relationship Type="http://schemas.openxmlformats.org/officeDocument/2006/relationships/notesMaster" Target="/ppt/notesMasters/notesMaster1.xml" Id="R4634dcc75ac848e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fc0aea87a6a42d6" /><Relationship Type="http://schemas.openxmlformats.org/officeDocument/2006/relationships/notesMaster" Target="/ppt/notesMasters/notesMaster1.xml" Id="Rf436ebb5139c4dc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96ed7ad8eff44b4" /><Relationship Type="http://schemas.openxmlformats.org/officeDocument/2006/relationships/notesMaster" Target="/ppt/notesMasters/notesMaster1.xml" Id="R1879c1f9e2bc493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52f01b96f0f4192" /><Relationship Type="http://schemas.openxmlformats.org/officeDocument/2006/relationships/notesMaster" Target="/ppt/notesMasters/notesMaster1.xml" Id="R784a1d1c67a3434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b574c356fc84dfb" /><Relationship Type="http://schemas.openxmlformats.org/officeDocument/2006/relationships/notesMaster" Target="/ppt/notesMasters/notesMaster1.xml" Id="Ree0c468a0b6b4fe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38ef1d35abe4d5b" /><Relationship Type="http://schemas.openxmlformats.org/officeDocument/2006/relationships/notesMaster" Target="/ppt/notesMasters/notesMaster1.xml" Id="Raaca1dea749140f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aea364cf1cb4530" /><Relationship Type="http://schemas.openxmlformats.org/officeDocument/2006/relationships/notesMaster" Target="/ppt/notesMasters/notesMaster1.xml" Id="R576f8236f7434734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63647b48f614198" /><Relationship Type="http://schemas.openxmlformats.org/officeDocument/2006/relationships/notesMaster" Target="/ppt/notesMasters/notesMaster1.xml" Id="R231a54911fe5496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71fb4a9e4fa4401" /><Relationship Type="http://schemas.openxmlformats.org/officeDocument/2006/relationships/notesMaster" Target="/ppt/notesMasters/notesMaster1.xml" Id="R93b148b1aa354c7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7a1715a72e94611" /><Relationship Type="http://schemas.openxmlformats.org/officeDocument/2006/relationships/notesMaster" Target="/ppt/notesMasters/notesMaster1.xml" Id="R6b87fc9fc8b74adc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03e22c33ada4ddb" /><Relationship Type="http://schemas.openxmlformats.org/officeDocument/2006/relationships/notesMaster" Target="/ppt/notesMasters/notesMaster1.xml" Id="R4e718f21ba8a40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Project-local historical PPTX files listed in 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arrows/manifest.json.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backgrounds/manifest.json.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badges/manifest.json.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badges/manifest.json.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badges/manifest.json.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badges/manifest.json.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basic_shapes/manifest.json.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basic_shapes/manifest.json.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basic_shapes/manifest.json.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cards/manifest.json.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cards/manifest.json.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cards/manifest.json.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cards/manifest.json.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cards/manifest.json.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cards/manifest.json.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cards/manifest.json.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cards/manifest.json.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connectors/manifest.json.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decorative_shapes/manifest.json.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decorative_visuals/manifest.json.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icons/manifest.json.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icons/manifest.json.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icons/manifest.json.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icons/manifest.json.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icons/manifest.json.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lines/manifest.json.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lines/manifest.json.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Extracted project-local PPTX elements; see logos/manifest.json.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9c3b40ccc4e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5513818bcdc4e9f" /><Relationship Type="http://schemas.openxmlformats.org/officeDocument/2006/relationships/slideLayout" Target="/ppt/slideLayouts/slideLayout1.xml" Id="R0dbc28bb5f93457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bc28bb5f93457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30d8252b54f6f" /><Relationship Type="http://schemas.openxmlformats.org/officeDocument/2006/relationships/notesSlide" Target="/ppt/notesSlides/notesSlide1.xml" Id="R098e6f88ea944b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ba6a5fcf7416c" /><Relationship Type="http://schemas.openxmlformats.org/officeDocument/2006/relationships/image" Target="/ppt/media/image.png" Id="Rb9e12d22bdf14993" /><Relationship Type="http://schemas.openxmlformats.org/officeDocument/2006/relationships/notesSlide" Target="/ppt/notesSlides/notesSlide2.xml" Id="R0e9d22772f3949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bbb7143a04f16" /><Relationship Type="http://schemas.openxmlformats.org/officeDocument/2006/relationships/image" Target="/ppt/media/image2.png" Id="Ref5c3d5c6149430e" /><Relationship Type="http://schemas.openxmlformats.org/officeDocument/2006/relationships/notesSlide" Target="/ppt/notesSlides/notesSlide3.xml" Id="R3f7ed11db6684e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a3b637031464f" /><Relationship Type="http://schemas.openxmlformats.org/officeDocument/2006/relationships/image" Target="/ppt/media/image3.png" Id="Re3ce5cbdeddd4247" /><Relationship Type="http://schemas.openxmlformats.org/officeDocument/2006/relationships/notesSlide" Target="/ppt/notesSlides/notesSlide4.xml" Id="R2abb6042c14042e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fda65133548c7" /><Relationship Type="http://schemas.openxmlformats.org/officeDocument/2006/relationships/image" Target="/ppt/media/image4.png" Id="R7b4536545f0b4c65" /><Relationship Type="http://schemas.openxmlformats.org/officeDocument/2006/relationships/notesSlide" Target="/ppt/notesSlides/notesSlide5.xml" Id="R5d61a8b8901841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578f88b4f428a" /><Relationship Type="http://schemas.openxmlformats.org/officeDocument/2006/relationships/image" Target="/ppt/media/image5.png" Id="R1905b7cd72b64295" /><Relationship Type="http://schemas.openxmlformats.org/officeDocument/2006/relationships/notesSlide" Target="/ppt/notesSlides/notesSlide6.xml" Id="R1f009c70e4ef4b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ccd8a37e04b74" /><Relationship Type="http://schemas.openxmlformats.org/officeDocument/2006/relationships/image" Target="/ppt/media/image6.png" Id="R8f6ce242d51b4bb8" /><Relationship Type="http://schemas.openxmlformats.org/officeDocument/2006/relationships/notesSlide" Target="/ppt/notesSlides/notesSlide7.xml" Id="R5e44f0529a5c42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977aec5ba462d" /><Relationship Type="http://schemas.openxmlformats.org/officeDocument/2006/relationships/image" Target="/ppt/media/image7.png" Id="Rd04229ba57a34553" /><Relationship Type="http://schemas.openxmlformats.org/officeDocument/2006/relationships/notesSlide" Target="/ppt/notesSlides/notesSlide8.xml" Id="R76db50f9d5b14a6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09c5fbe51440e" /><Relationship Type="http://schemas.openxmlformats.org/officeDocument/2006/relationships/image" Target="/ppt/media/image8.png" Id="Rd3fe0ffd7f30484e" /><Relationship Type="http://schemas.openxmlformats.org/officeDocument/2006/relationships/notesSlide" Target="/ppt/notesSlides/notesSlide9.xml" Id="R36dc98bcec4b48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c97e5d3264160" /><Relationship Type="http://schemas.openxmlformats.org/officeDocument/2006/relationships/image" Target="/ppt/media/image9.png" Id="R0c1bff8c4f8a488b" /><Relationship Type="http://schemas.openxmlformats.org/officeDocument/2006/relationships/notesSlide" Target="/ppt/notesSlides/notesSlide10.xml" Id="Re5dcb018aead46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c97b67c3a4e0c" /><Relationship Type="http://schemas.openxmlformats.org/officeDocument/2006/relationships/image" Target="/ppt/media/image10.png" Id="Reb35a40e04e74369" /><Relationship Type="http://schemas.openxmlformats.org/officeDocument/2006/relationships/notesSlide" Target="/ppt/notesSlides/notesSlide11.xml" Id="Rdf338f3fa3594f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a354e0f97346a2" /><Relationship Type="http://schemas.openxmlformats.org/officeDocument/2006/relationships/image" Target="/ppt/media/image11.png" Id="Rd619dfd97f5c4e63" /><Relationship Type="http://schemas.openxmlformats.org/officeDocument/2006/relationships/notesSlide" Target="/ppt/notesSlides/notesSlide12.xml" Id="R7636e3385c9d453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765611cbd403e" /><Relationship Type="http://schemas.openxmlformats.org/officeDocument/2006/relationships/image" Target="/ppt/media/image12.png" Id="R1249c1fdb57d4036" /><Relationship Type="http://schemas.openxmlformats.org/officeDocument/2006/relationships/notesSlide" Target="/ppt/notesSlides/notesSlide13.xml" Id="R5998dee6735842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a286c23584ad6" /><Relationship Type="http://schemas.openxmlformats.org/officeDocument/2006/relationships/image" Target="/ppt/media/image13.png" Id="R8b6fd06322a04ae5" /><Relationship Type="http://schemas.openxmlformats.org/officeDocument/2006/relationships/notesSlide" Target="/ppt/notesSlides/notesSlide14.xml" Id="R6f6a90d5c1b64b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7124fc94a4f9d" /><Relationship Type="http://schemas.openxmlformats.org/officeDocument/2006/relationships/image" Target="/ppt/media/image14.png" Id="R77116481743747e9" /><Relationship Type="http://schemas.openxmlformats.org/officeDocument/2006/relationships/notesSlide" Target="/ppt/notesSlides/notesSlide15.xml" Id="Rb8162b80c5784cf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fac080cc04b2d" /><Relationship Type="http://schemas.openxmlformats.org/officeDocument/2006/relationships/image" Target="/ppt/media/image15.png" Id="R1e8d0473fcb9406b" /><Relationship Type="http://schemas.openxmlformats.org/officeDocument/2006/relationships/notesSlide" Target="/ppt/notesSlides/notesSlide16.xml" Id="R966391e6462341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fb8d33d4446e0" /><Relationship Type="http://schemas.openxmlformats.org/officeDocument/2006/relationships/image" Target="/ppt/media/image16.png" Id="Ra6a23e0a88934e46" /><Relationship Type="http://schemas.openxmlformats.org/officeDocument/2006/relationships/notesSlide" Target="/ppt/notesSlides/notesSlide17.xml" Id="R5c10af7544214a0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cc8c1c60547ca" /><Relationship Type="http://schemas.openxmlformats.org/officeDocument/2006/relationships/image" Target="/ppt/media/image17.png" Id="Ra21e12ad89584176" /><Relationship Type="http://schemas.openxmlformats.org/officeDocument/2006/relationships/notesSlide" Target="/ppt/notesSlides/notesSlide18.xml" Id="Rdbfb9286b6a3469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98cf21ec534ebc" /><Relationship Type="http://schemas.openxmlformats.org/officeDocument/2006/relationships/image" Target="/ppt/media/image18.png" Id="R7290b6eb35704a62" /><Relationship Type="http://schemas.openxmlformats.org/officeDocument/2006/relationships/notesSlide" Target="/ppt/notesSlides/notesSlide19.xml" Id="Rb912bcac23844a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147dd0bfcd4452" /><Relationship Type="http://schemas.openxmlformats.org/officeDocument/2006/relationships/image" Target="/ppt/media/image19.png" Id="Rd83b8be02c5943a2" /><Relationship Type="http://schemas.openxmlformats.org/officeDocument/2006/relationships/notesSlide" Target="/ppt/notesSlides/notesSlide20.xml" Id="R96724e40ba1e4fd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081682e3c1477a" /><Relationship Type="http://schemas.openxmlformats.org/officeDocument/2006/relationships/image" Target="/ppt/media/image20.png" Id="Rceb5d24230144bd4" /><Relationship Type="http://schemas.openxmlformats.org/officeDocument/2006/relationships/notesSlide" Target="/ppt/notesSlides/notesSlide21.xml" Id="R9f1489b6a9fe46f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64e0e75eb8444f" /><Relationship Type="http://schemas.openxmlformats.org/officeDocument/2006/relationships/image" Target="/ppt/media/image21.png" Id="Rd41f222a72254d61" /><Relationship Type="http://schemas.openxmlformats.org/officeDocument/2006/relationships/notesSlide" Target="/ppt/notesSlides/notesSlide22.xml" Id="Reb7b1ab9e2bf4ad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264e048e9d4e5a" /><Relationship Type="http://schemas.openxmlformats.org/officeDocument/2006/relationships/image" Target="/ppt/media/image22.png" Id="R238afb5feaf84c4b" /><Relationship Type="http://schemas.openxmlformats.org/officeDocument/2006/relationships/notesSlide" Target="/ppt/notesSlides/notesSlide23.xml" Id="Rb5b0bd8acdb14f0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d97256e4504ccf" /><Relationship Type="http://schemas.openxmlformats.org/officeDocument/2006/relationships/image" Target="/ppt/media/image23.png" Id="R1c795a72a0eb4d15" /><Relationship Type="http://schemas.openxmlformats.org/officeDocument/2006/relationships/notesSlide" Target="/ppt/notesSlides/notesSlide24.xml" Id="R0239dd5e574641e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9351714b0a416b" /><Relationship Type="http://schemas.openxmlformats.org/officeDocument/2006/relationships/image" Target="/ppt/media/image24.png" Id="Rf5a085332a484539" /><Relationship Type="http://schemas.openxmlformats.org/officeDocument/2006/relationships/notesSlide" Target="/ppt/notesSlides/notesSlide25.xml" Id="R88a9da4f3925479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e93e6eb7a4825" /><Relationship Type="http://schemas.openxmlformats.org/officeDocument/2006/relationships/image" Target="/ppt/media/image25.png" Id="Rfc28e600814a4af2" /><Relationship Type="http://schemas.openxmlformats.org/officeDocument/2006/relationships/notesSlide" Target="/ppt/notesSlides/notesSlide26.xml" Id="Rdb575c55ae034e7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90ff0dd12649cb" /><Relationship Type="http://schemas.openxmlformats.org/officeDocument/2006/relationships/image" Target="/ppt/media/image26.png" Id="R60a4b81405fc4dca" /><Relationship Type="http://schemas.openxmlformats.org/officeDocument/2006/relationships/notesSlide" Target="/ppt/notesSlides/notesSlide27.xml" Id="R556fc56a694f40a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a46349e83472f" /><Relationship Type="http://schemas.openxmlformats.org/officeDocument/2006/relationships/image" Target="/ppt/media/image27.png" Id="R23c47d510b9042ac" /><Relationship Type="http://schemas.openxmlformats.org/officeDocument/2006/relationships/notesSlide" Target="/ppt/notesSlides/notesSlide28.xml" Id="R34df32413cdb4e5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bfa605e8a48f5" /><Relationship Type="http://schemas.openxmlformats.org/officeDocument/2006/relationships/image" Target="/ppt/media/image28.png" Id="Ra1cf4ac10cb84880" /><Relationship Type="http://schemas.openxmlformats.org/officeDocument/2006/relationships/notesSlide" Target="/ppt/notesSlides/notesSlide29.xml" Id="R009c727240584c3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over-left-rail">
            <a:extLst xmlns:a="http://schemas.openxmlformats.org/drawingml/2006/main">
              <a:ext uri="{FF2B5EF4-FFF2-40B4-BE49-F238E27FC236}">
                <a16:creationId xmlns:a16="http://schemas.microsoft.com/office/drawing/2014/main" id="{0BAD8C50-E08F-440C-B0C3-33458238E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BBEE5D8-BB73-4B9F-984A-85718BF5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PPT 非文本元素图库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C92AF04-3787-4055-9F51-88DEBC97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rPr>
              <a:t>历史生成文件提取 · 视觉去重 · 分类组件包</a:t>
            </a:r>
          </a:p>
        </p:txBody>
      </p:sp>
      <p:sp>
        <p:nvSpPr>
          <p:cNvPr id="4" name="metric-1">
            <a:extLst xmlns:a="http://schemas.openxmlformats.org/drawingml/2006/main">
              <a:ext uri="{FF2B5EF4-FFF2-40B4-BE49-F238E27FC236}">
                <a16:creationId xmlns:a16="http://schemas.microsoft.com/office/drawing/2014/main" id="{EF15A4A6-115A-480E-9827-C4C1F761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A"/>
            </a:solidFill>
            <a:prstDash val="solid"/>
          </a:ln>
        </p:spPr>
      </p:sp>
      <p:sp>
        <p:nvSpPr>
          <p:cNvPr id="5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062E1ABF-E89C-460E-93B7-4C5E05E5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98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60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60AA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6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2AE31529-B8BC-48D4-BC7E-302E68F2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A"/>
                </a:solidFill>
                <a:latin typeface="Microsoft YaHei"/>
                <a:ea typeface="Microsoft YaHei"/>
                <a:cs typeface="Microsoft YaHei"/>
              </a:rPr>
              <a:t>历史 PPTX</a:t>
            </a:r>
          </a:p>
        </p:txBody>
      </p:sp>
      <p:sp>
        <p:nvSpPr>
          <p:cNvPr id="7" name="metric-2">
            <a:extLst xmlns:a="http://schemas.openxmlformats.org/drawingml/2006/main">
              <a:ext uri="{FF2B5EF4-FFF2-40B4-BE49-F238E27FC236}">
                <a16:creationId xmlns:a16="http://schemas.microsoft.com/office/drawing/2014/main" id="{D6E97B34-A5AF-412F-AC22-5AE74E34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7655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A"/>
            </a:solidFill>
            <a:prstDash val="solid"/>
          </a:ln>
        </p:spPr>
      </p:sp>
      <p:sp>
        <p:nvSpPr>
          <p:cNvPr id="8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C85036C3-6176-40D7-A495-A8B5E15E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67050"/>
            <a:ext cx="198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60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60A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9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A48F7853-F210-4EFE-A2A0-A4F02417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338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A"/>
                </a:solidFill>
                <a:latin typeface="Microsoft YaHei"/>
                <a:ea typeface="Microsoft YaHei"/>
                <a:cs typeface="Microsoft YaHei"/>
              </a:rPr>
              <a:t>来源页</a:t>
            </a:r>
          </a:p>
        </p:txBody>
      </p:sp>
      <p:sp>
        <p:nvSpPr>
          <p:cNvPr id="10" name="metric-3">
            <a:extLst xmlns:a="http://schemas.openxmlformats.org/drawingml/2006/main">
              <a:ext uri="{FF2B5EF4-FFF2-40B4-BE49-F238E27FC236}">
                <a16:creationId xmlns:a16="http://schemas.microsoft.com/office/drawing/2014/main" id="{AA4101C1-B14D-46D7-BA89-2BE61D16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7655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A"/>
            </a:solidFill>
            <a:prstDash val="solid"/>
          </a:ln>
        </p:spPr>
      </p:sp>
      <p:sp>
        <p:nvSpPr>
          <p:cNvPr id="11" name="metric-value-3">
            <a:extLst xmlns:a="http://schemas.openxmlformats.org/drawingml/2006/main">
              <a:ext uri="{FF2B5EF4-FFF2-40B4-BE49-F238E27FC236}">
                <a16:creationId xmlns:a16="http://schemas.microsoft.com/office/drawing/2014/main" id="{1B4276D0-D3B9-4B84-AC30-1956D08C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067050"/>
            <a:ext cx="198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60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60AA"/>
                </a:solidFill>
                <a:latin typeface="Microsoft YaHei"/>
                <a:ea typeface="Microsoft YaHei"/>
                <a:cs typeface="Microsoft YaHei"/>
              </a:rPr>
              <a:t>518</a:t>
            </a:r>
          </a:p>
        </p:txBody>
      </p:sp>
      <p:sp>
        <p:nvSpPr>
          <p:cNvPr id="12" name="metric-label-3">
            <a:extLst xmlns:a="http://schemas.openxmlformats.org/drawingml/2006/main">
              <a:ext uri="{FF2B5EF4-FFF2-40B4-BE49-F238E27FC236}">
                <a16:creationId xmlns:a16="http://schemas.microsoft.com/office/drawing/2014/main" id="{BA6D9DF9-7154-4761-9527-B255E663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338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A"/>
                </a:solidFill>
                <a:latin typeface="Microsoft YaHei"/>
                <a:ea typeface="Microsoft YaHei"/>
                <a:cs typeface="Microsoft YaHei"/>
              </a:rPr>
              <a:t>原始候选</a:t>
            </a:r>
          </a:p>
        </p:txBody>
      </p:sp>
      <p:sp>
        <p:nvSpPr>
          <p:cNvPr id="13" name="metric-4">
            <a:extLst xmlns:a="http://schemas.openxmlformats.org/drawingml/2006/main">
              <a:ext uri="{FF2B5EF4-FFF2-40B4-BE49-F238E27FC236}">
                <a16:creationId xmlns:a16="http://schemas.microsoft.com/office/drawing/2014/main" id="{159744CF-3EA6-4E40-A458-C823CFDB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76550"/>
            <a:ext cx="23241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0EA"/>
            </a:solidFill>
            <a:prstDash val="solid"/>
          </a:ln>
        </p:spPr>
      </p:sp>
      <p:sp>
        <p:nvSpPr>
          <p:cNvPr id="14" name="metric-value-4">
            <a:extLst xmlns:a="http://schemas.openxmlformats.org/drawingml/2006/main">
              <a:ext uri="{FF2B5EF4-FFF2-40B4-BE49-F238E27FC236}">
                <a16:creationId xmlns:a16="http://schemas.microsoft.com/office/drawing/2014/main" id="{4968A3FC-5136-4296-91F4-7B7D199F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67050"/>
            <a:ext cx="1981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B60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60AA"/>
                </a:solidFill>
                <a:latin typeface="Microsoft YaHei"/>
                <a:ea typeface="Microsoft YaHei"/>
                <a:cs typeface="Microsoft YaHei"/>
              </a:rPr>
              <a:t>334</a:t>
            </a:r>
          </a:p>
        </p:txBody>
      </p:sp>
      <p:sp>
        <p:nvSpPr>
          <p:cNvPr id="15" name="metric-label-4">
            <a:extLst xmlns:a="http://schemas.openxmlformats.org/drawingml/2006/main">
              <a:ext uri="{FF2B5EF4-FFF2-40B4-BE49-F238E27FC236}">
                <a16:creationId xmlns:a16="http://schemas.microsoft.com/office/drawing/2014/main" id="{8738C9EA-E31A-4D02-A886-FF7DCEE2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33800"/>
            <a:ext cx="198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7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3677A"/>
                </a:solidFill>
                <a:latin typeface="Microsoft YaHei"/>
                <a:ea typeface="Microsoft YaHei"/>
                <a:cs typeface="Microsoft YaHei"/>
              </a:rPr>
              <a:t>去重元素</a:t>
            </a:r>
          </a:p>
        </p:txBody>
      </p:sp>
      <p:sp>
        <p:nvSpPr>
          <p:cNvPr id="16" name="cover-note">
            <a:extLst xmlns:a="http://schemas.openxmlformats.org/drawingml/2006/main">
              <a:ext uri="{FF2B5EF4-FFF2-40B4-BE49-F238E27FC236}">
                <a16:creationId xmlns:a16="http://schemas.microsoft.com/office/drawing/2014/main" id="{C51FEC13-6206-4D5A-BF96-51A52D3C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2677C"/>
                </a:solidFill>
                <a:latin typeface="Microsoft YaHei"/>
                <a:ea typeface="Microsoft YaHei"/>
                <a:cs typeface="Microsoft YaHei"/>
              </a:rPr>
              <a:t>打开同目录 catalog.html 可搜索；各分类 components.pptx 每页保存一个可复制组件。</a:t>
            </a:r>
          </a:p>
        </p:txBody>
      </p:sp>
    </p:spTree>
    <p:extLst>
      <p:ext uri="{BB962C8B-B14F-4D97-AF65-F5344CB8AC3E}">
        <p14:creationId xmlns:p14="http://schemas.microsoft.com/office/powerpoint/2010/main" val="11510282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arrows-0">
            <a:extLst xmlns:a="http://schemas.openxmlformats.org/drawingml/2006/main">
              <a:ext uri="{FF2B5EF4-FFF2-40B4-BE49-F238E27FC236}">
                <a16:creationId xmlns:a16="http://schemas.microsoft.com/office/drawing/2014/main" id="{D64CA825-1A60-4C04-99CD-DE8A205D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arrows-0">
            <a:extLst xmlns:a="http://schemas.openxmlformats.org/drawingml/2006/main">
              <a:ext uri="{FF2B5EF4-FFF2-40B4-BE49-F238E27FC236}">
                <a16:creationId xmlns:a16="http://schemas.microsoft.com/office/drawing/2014/main" id="{B7BF64D6-0A81-4B0D-9EAA-62804CF3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箭头与流程块</a:t>
            </a:r>
          </a:p>
        </p:txBody>
      </p:sp>
      <p:sp>
        <p:nvSpPr>
          <p:cNvPr id="3" name="category-meta-arrows-0">
            <a:extLst xmlns:a="http://schemas.openxmlformats.org/drawingml/2006/main">
              <a:ext uri="{FF2B5EF4-FFF2-40B4-BE49-F238E27FC236}">
                <a16:creationId xmlns:a16="http://schemas.microsoft.com/office/drawing/2014/main" id="{553633B9-F9D5-40C2-B5D8-E36EFA94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12 个元素 · 预览 1/1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e12d22bdf14993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042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backgrounds-0">
            <a:extLst xmlns:a="http://schemas.openxmlformats.org/drawingml/2006/main">
              <a:ext uri="{FF2B5EF4-FFF2-40B4-BE49-F238E27FC236}">
                <a16:creationId xmlns:a16="http://schemas.microsoft.com/office/drawing/2014/main" id="{81B7C768-FB15-4F28-9E98-50970F72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backgrounds-0">
            <a:extLst xmlns:a="http://schemas.openxmlformats.org/drawingml/2006/main">
              <a:ext uri="{FF2B5EF4-FFF2-40B4-BE49-F238E27FC236}">
                <a16:creationId xmlns:a16="http://schemas.microsoft.com/office/drawing/2014/main" id="{BB5D03D3-01B1-4860-AE2B-26EA887D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3" name="category-meta-backgrounds-0">
            <a:extLst xmlns:a="http://schemas.openxmlformats.org/drawingml/2006/main">
              <a:ext uri="{FF2B5EF4-FFF2-40B4-BE49-F238E27FC236}">
                <a16:creationId xmlns:a16="http://schemas.microsoft.com/office/drawing/2014/main" id="{CBA8026C-D903-40E5-A7F2-082F65F8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2 个元素 · 预览 1/1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c3d5c6149430e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2046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badges-0">
            <a:extLst xmlns:a="http://schemas.openxmlformats.org/drawingml/2006/main">
              <a:ext uri="{FF2B5EF4-FFF2-40B4-BE49-F238E27FC236}">
                <a16:creationId xmlns:a16="http://schemas.microsoft.com/office/drawing/2014/main" id="{DD51DAE2-2D73-4A8F-A0B0-5CD75529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badges-0">
            <a:extLst xmlns:a="http://schemas.openxmlformats.org/drawingml/2006/main">
              <a:ext uri="{FF2B5EF4-FFF2-40B4-BE49-F238E27FC236}">
                <a16:creationId xmlns:a16="http://schemas.microsoft.com/office/drawing/2014/main" id="{B99F4D7F-0BD4-4FB3-B846-C9D6C555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徽章与标签</a:t>
            </a:r>
          </a:p>
        </p:txBody>
      </p:sp>
      <p:sp>
        <p:nvSpPr>
          <p:cNvPr id="3" name="category-meta-badges-0">
            <a:extLst xmlns:a="http://schemas.openxmlformats.org/drawingml/2006/main">
              <a:ext uri="{FF2B5EF4-FFF2-40B4-BE49-F238E27FC236}">
                <a16:creationId xmlns:a16="http://schemas.microsoft.com/office/drawing/2014/main" id="{252B5D53-230F-48FD-919B-127E81CA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50 个元素 · 预览 1/4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e5cbdeddd4247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760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badges-1">
            <a:extLst xmlns:a="http://schemas.openxmlformats.org/drawingml/2006/main">
              <a:ext uri="{FF2B5EF4-FFF2-40B4-BE49-F238E27FC236}">
                <a16:creationId xmlns:a16="http://schemas.microsoft.com/office/drawing/2014/main" id="{980B4CA7-81EF-47C2-994E-59C1A612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badges-1">
            <a:extLst xmlns:a="http://schemas.openxmlformats.org/drawingml/2006/main">
              <a:ext uri="{FF2B5EF4-FFF2-40B4-BE49-F238E27FC236}">
                <a16:creationId xmlns:a16="http://schemas.microsoft.com/office/drawing/2014/main" id="{7B0C3A59-65E0-4DF7-9A25-2556EBF3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徽章与标签</a:t>
            </a:r>
          </a:p>
        </p:txBody>
      </p:sp>
      <p:sp>
        <p:nvSpPr>
          <p:cNvPr id="3" name="category-meta-badges-1">
            <a:extLst xmlns:a="http://schemas.openxmlformats.org/drawingml/2006/main">
              <a:ext uri="{FF2B5EF4-FFF2-40B4-BE49-F238E27FC236}">
                <a16:creationId xmlns:a16="http://schemas.microsoft.com/office/drawing/2014/main" id="{93E82136-1B89-4063-811B-171BAEAF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50 个元素 · 预览 2/4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536545f0b4c65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5525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badges-2">
            <a:extLst xmlns:a="http://schemas.openxmlformats.org/drawingml/2006/main">
              <a:ext uri="{FF2B5EF4-FFF2-40B4-BE49-F238E27FC236}">
                <a16:creationId xmlns:a16="http://schemas.microsoft.com/office/drawing/2014/main" id="{1ECAA41A-1A9B-4A81-8F45-41204649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badges-2">
            <a:extLst xmlns:a="http://schemas.openxmlformats.org/drawingml/2006/main">
              <a:ext uri="{FF2B5EF4-FFF2-40B4-BE49-F238E27FC236}">
                <a16:creationId xmlns:a16="http://schemas.microsoft.com/office/drawing/2014/main" id="{7E7833F0-F9AE-4FD5-9516-B20EB3F0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徽章与标签</a:t>
            </a:r>
          </a:p>
        </p:txBody>
      </p:sp>
      <p:sp>
        <p:nvSpPr>
          <p:cNvPr id="3" name="category-meta-badges-2">
            <a:extLst xmlns:a="http://schemas.openxmlformats.org/drawingml/2006/main">
              <a:ext uri="{FF2B5EF4-FFF2-40B4-BE49-F238E27FC236}">
                <a16:creationId xmlns:a16="http://schemas.microsoft.com/office/drawing/2014/main" id="{196AEF01-2BDA-40A5-8F4D-CF6033397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50 个元素 · 预览 3/4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5b7cd72b64295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970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badges-3">
            <a:extLst xmlns:a="http://schemas.openxmlformats.org/drawingml/2006/main">
              <a:ext uri="{FF2B5EF4-FFF2-40B4-BE49-F238E27FC236}">
                <a16:creationId xmlns:a16="http://schemas.microsoft.com/office/drawing/2014/main" id="{AF475422-78BE-4B08-A363-78E2788B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badges-3">
            <a:extLst xmlns:a="http://schemas.openxmlformats.org/drawingml/2006/main">
              <a:ext uri="{FF2B5EF4-FFF2-40B4-BE49-F238E27FC236}">
                <a16:creationId xmlns:a16="http://schemas.microsoft.com/office/drawing/2014/main" id="{EAA31C43-7F42-429E-B498-E27922DD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徽章与标签</a:t>
            </a:r>
          </a:p>
        </p:txBody>
      </p:sp>
      <p:sp>
        <p:nvSpPr>
          <p:cNvPr id="3" name="category-meta-badges-3">
            <a:extLst xmlns:a="http://schemas.openxmlformats.org/drawingml/2006/main">
              <a:ext uri="{FF2B5EF4-FFF2-40B4-BE49-F238E27FC236}">
                <a16:creationId xmlns:a16="http://schemas.microsoft.com/office/drawing/2014/main" id="{77101BBC-AE62-4191-A1CB-F8CF620F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50 个元素 · 预览 4/4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6ce242d51b4bb8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7535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basic_shapes-0">
            <a:extLst xmlns:a="http://schemas.openxmlformats.org/drawingml/2006/main">
              <a:ext uri="{FF2B5EF4-FFF2-40B4-BE49-F238E27FC236}">
                <a16:creationId xmlns:a16="http://schemas.microsoft.com/office/drawing/2014/main" id="{E5909CE6-97D6-495A-9BC2-C030C9DC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basic_shapes-0">
            <a:extLst xmlns:a="http://schemas.openxmlformats.org/drawingml/2006/main">
              <a:ext uri="{FF2B5EF4-FFF2-40B4-BE49-F238E27FC236}">
                <a16:creationId xmlns:a16="http://schemas.microsoft.com/office/drawing/2014/main" id="{BEA6EB73-C25A-42D2-AC2D-DC40465B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基础形状</a:t>
            </a:r>
          </a:p>
        </p:txBody>
      </p:sp>
      <p:sp>
        <p:nvSpPr>
          <p:cNvPr id="3" name="category-meta-basic_shapes-0">
            <a:extLst xmlns:a="http://schemas.openxmlformats.org/drawingml/2006/main">
              <a:ext uri="{FF2B5EF4-FFF2-40B4-BE49-F238E27FC236}">
                <a16:creationId xmlns:a16="http://schemas.microsoft.com/office/drawing/2014/main" id="{DEF26312-EC3C-4757-9B07-52E6CD69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39 个元素 · 预览 1/3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229ba57a34553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1666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basic_shapes-1">
            <a:extLst xmlns:a="http://schemas.openxmlformats.org/drawingml/2006/main">
              <a:ext uri="{FF2B5EF4-FFF2-40B4-BE49-F238E27FC236}">
                <a16:creationId xmlns:a16="http://schemas.microsoft.com/office/drawing/2014/main" id="{834632DA-041B-4B41-9F24-59220C56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basic_shapes-1">
            <a:extLst xmlns:a="http://schemas.openxmlformats.org/drawingml/2006/main">
              <a:ext uri="{FF2B5EF4-FFF2-40B4-BE49-F238E27FC236}">
                <a16:creationId xmlns:a16="http://schemas.microsoft.com/office/drawing/2014/main" id="{6BEA58DC-5F22-459F-9B81-DC49DBCD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基础形状</a:t>
            </a:r>
          </a:p>
        </p:txBody>
      </p:sp>
      <p:sp>
        <p:nvSpPr>
          <p:cNvPr id="3" name="category-meta-basic_shapes-1">
            <a:extLst xmlns:a="http://schemas.openxmlformats.org/drawingml/2006/main">
              <a:ext uri="{FF2B5EF4-FFF2-40B4-BE49-F238E27FC236}">
                <a16:creationId xmlns:a16="http://schemas.microsoft.com/office/drawing/2014/main" id="{B9010342-F341-44CE-B3E6-EC51087F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39 个元素 · 预览 2/3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e0ffd7f30484e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5807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basic_shapes-2">
            <a:extLst xmlns:a="http://schemas.openxmlformats.org/drawingml/2006/main">
              <a:ext uri="{FF2B5EF4-FFF2-40B4-BE49-F238E27FC236}">
                <a16:creationId xmlns:a16="http://schemas.microsoft.com/office/drawing/2014/main" id="{7FAC6426-A47C-4B9F-97B0-52D45DE9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basic_shapes-2">
            <a:extLst xmlns:a="http://schemas.openxmlformats.org/drawingml/2006/main">
              <a:ext uri="{FF2B5EF4-FFF2-40B4-BE49-F238E27FC236}">
                <a16:creationId xmlns:a16="http://schemas.microsoft.com/office/drawing/2014/main" id="{89145CA8-2E18-4A07-A0E0-91E2D42F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基础形状</a:t>
            </a:r>
          </a:p>
        </p:txBody>
      </p:sp>
      <p:sp>
        <p:nvSpPr>
          <p:cNvPr id="3" name="category-meta-basic_shapes-2">
            <a:extLst xmlns:a="http://schemas.openxmlformats.org/drawingml/2006/main">
              <a:ext uri="{FF2B5EF4-FFF2-40B4-BE49-F238E27FC236}">
                <a16:creationId xmlns:a16="http://schemas.microsoft.com/office/drawing/2014/main" id="{F80C1D13-8A94-456C-8746-3962B590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39 个元素 · 预览 3/3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bff8c4f8a488b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6106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cards-0">
            <a:extLst xmlns:a="http://schemas.openxmlformats.org/drawingml/2006/main">
              <a:ext uri="{FF2B5EF4-FFF2-40B4-BE49-F238E27FC236}">
                <a16:creationId xmlns:a16="http://schemas.microsoft.com/office/drawing/2014/main" id="{5B048E32-0963-46F3-A75D-9D000D1E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cards-0">
            <a:extLst xmlns:a="http://schemas.openxmlformats.org/drawingml/2006/main">
              <a:ext uri="{FF2B5EF4-FFF2-40B4-BE49-F238E27FC236}">
                <a16:creationId xmlns:a16="http://schemas.microsoft.com/office/drawing/2014/main" id="{12538261-ED0E-4104-9D10-5E510654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卡片与容器</a:t>
            </a:r>
          </a:p>
        </p:txBody>
      </p:sp>
      <p:sp>
        <p:nvSpPr>
          <p:cNvPr id="3" name="category-meta-cards-0">
            <a:extLst xmlns:a="http://schemas.openxmlformats.org/drawingml/2006/main">
              <a:ext uri="{FF2B5EF4-FFF2-40B4-BE49-F238E27FC236}">
                <a16:creationId xmlns:a16="http://schemas.microsoft.com/office/drawing/2014/main" id="{9D10CE38-B9B8-4CB2-AEBB-9565630E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121 个元素 · 预览 1/8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5a40e04e74369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98044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cards-1">
            <a:extLst xmlns:a="http://schemas.openxmlformats.org/drawingml/2006/main">
              <a:ext uri="{FF2B5EF4-FFF2-40B4-BE49-F238E27FC236}">
                <a16:creationId xmlns:a16="http://schemas.microsoft.com/office/drawing/2014/main" id="{28222ABB-012A-4906-9DCD-3D47235E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cards-1">
            <a:extLst xmlns:a="http://schemas.openxmlformats.org/drawingml/2006/main">
              <a:ext uri="{FF2B5EF4-FFF2-40B4-BE49-F238E27FC236}">
                <a16:creationId xmlns:a16="http://schemas.microsoft.com/office/drawing/2014/main" id="{DF0BA2CB-5915-473C-977B-C7431787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卡片与容器</a:t>
            </a:r>
          </a:p>
        </p:txBody>
      </p:sp>
      <p:sp>
        <p:nvSpPr>
          <p:cNvPr id="3" name="category-meta-cards-1">
            <a:extLst xmlns:a="http://schemas.openxmlformats.org/drawingml/2006/main">
              <a:ext uri="{FF2B5EF4-FFF2-40B4-BE49-F238E27FC236}">
                <a16:creationId xmlns:a16="http://schemas.microsoft.com/office/drawing/2014/main" id="{8458927D-F84E-4391-95CA-344AE75A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121 个元素 · 预览 2/8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9dfd97f5c4e63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3466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cards-2">
            <a:extLst xmlns:a="http://schemas.openxmlformats.org/drawingml/2006/main">
              <a:ext uri="{FF2B5EF4-FFF2-40B4-BE49-F238E27FC236}">
                <a16:creationId xmlns:a16="http://schemas.microsoft.com/office/drawing/2014/main" id="{2C0991FC-56B8-4CBE-B2CB-1BF85330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cards-2">
            <a:extLst xmlns:a="http://schemas.openxmlformats.org/drawingml/2006/main">
              <a:ext uri="{FF2B5EF4-FFF2-40B4-BE49-F238E27FC236}">
                <a16:creationId xmlns:a16="http://schemas.microsoft.com/office/drawing/2014/main" id="{73FF2B32-76F1-4F51-BC40-1A1BE245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卡片与容器</a:t>
            </a:r>
          </a:p>
        </p:txBody>
      </p:sp>
      <p:sp>
        <p:nvSpPr>
          <p:cNvPr id="3" name="category-meta-cards-2">
            <a:extLst xmlns:a="http://schemas.openxmlformats.org/drawingml/2006/main">
              <a:ext uri="{FF2B5EF4-FFF2-40B4-BE49-F238E27FC236}">
                <a16:creationId xmlns:a16="http://schemas.microsoft.com/office/drawing/2014/main" id="{EAF930E7-F8C0-489F-BE36-F10FA8D2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121 个元素 · 预览 3/8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9c1fdb57d4036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051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cards-3">
            <a:extLst xmlns:a="http://schemas.openxmlformats.org/drawingml/2006/main">
              <a:ext uri="{FF2B5EF4-FFF2-40B4-BE49-F238E27FC236}">
                <a16:creationId xmlns:a16="http://schemas.microsoft.com/office/drawing/2014/main" id="{AD0AF38F-6FDA-4D37-B2FF-E897EDEA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cards-3">
            <a:extLst xmlns:a="http://schemas.openxmlformats.org/drawingml/2006/main">
              <a:ext uri="{FF2B5EF4-FFF2-40B4-BE49-F238E27FC236}">
                <a16:creationId xmlns:a16="http://schemas.microsoft.com/office/drawing/2014/main" id="{DC2B8183-9914-4DBC-B8E4-49AC7560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卡片与容器</a:t>
            </a:r>
          </a:p>
        </p:txBody>
      </p:sp>
      <p:sp>
        <p:nvSpPr>
          <p:cNvPr id="3" name="category-meta-cards-3">
            <a:extLst xmlns:a="http://schemas.openxmlformats.org/drawingml/2006/main">
              <a:ext uri="{FF2B5EF4-FFF2-40B4-BE49-F238E27FC236}">
                <a16:creationId xmlns:a16="http://schemas.microsoft.com/office/drawing/2014/main" id="{D82EC847-9F02-4E18-8BE7-A9D95378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121 个元素 · 预览 4/8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fd06322a04ae5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6167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cards-4">
            <a:extLst xmlns:a="http://schemas.openxmlformats.org/drawingml/2006/main">
              <a:ext uri="{FF2B5EF4-FFF2-40B4-BE49-F238E27FC236}">
                <a16:creationId xmlns:a16="http://schemas.microsoft.com/office/drawing/2014/main" id="{BA038181-4F69-42AE-9C78-91EEC957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cards-4">
            <a:extLst xmlns:a="http://schemas.openxmlformats.org/drawingml/2006/main">
              <a:ext uri="{FF2B5EF4-FFF2-40B4-BE49-F238E27FC236}">
                <a16:creationId xmlns:a16="http://schemas.microsoft.com/office/drawing/2014/main" id="{ACD6562C-12BB-4C96-9334-ACBD9272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卡片与容器</a:t>
            </a:r>
          </a:p>
        </p:txBody>
      </p:sp>
      <p:sp>
        <p:nvSpPr>
          <p:cNvPr id="3" name="category-meta-cards-4">
            <a:extLst xmlns:a="http://schemas.openxmlformats.org/drawingml/2006/main">
              <a:ext uri="{FF2B5EF4-FFF2-40B4-BE49-F238E27FC236}">
                <a16:creationId xmlns:a16="http://schemas.microsoft.com/office/drawing/2014/main" id="{39F546B0-F480-45FD-A4D1-E76E124C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121 个元素 · 预览 5/8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16481743747e9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7889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cards-5">
            <a:extLst xmlns:a="http://schemas.openxmlformats.org/drawingml/2006/main">
              <a:ext uri="{FF2B5EF4-FFF2-40B4-BE49-F238E27FC236}">
                <a16:creationId xmlns:a16="http://schemas.microsoft.com/office/drawing/2014/main" id="{BB21247F-0AFB-4814-961B-9CF4E5B37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cards-5">
            <a:extLst xmlns:a="http://schemas.openxmlformats.org/drawingml/2006/main">
              <a:ext uri="{FF2B5EF4-FFF2-40B4-BE49-F238E27FC236}">
                <a16:creationId xmlns:a16="http://schemas.microsoft.com/office/drawing/2014/main" id="{FB19F9BA-C748-4494-AE97-F97DF071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卡片与容器</a:t>
            </a:r>
          </a:p>
        </p:txBody>
      </p:sp>
      <p:sp>
        <p:nvSpPr>
          <p:cNvPr id="3" name="category-meta-cards-5">
            <a:extLst xmlns:a="http://schemas.openxmlformats.org/drawingml/2006/main">
              <a:ext uri="{FF2B5EF4-FFF2-40B4-BE49-F238E27FC236}">
                <a16:creationId xmlns:a16="http://schemas.microsoft.com/office/drawing/2014/main" id="{8EC0A864-41F5-4106-BB62-37986503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121 个元素 · 预览 6/8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8d0473fcb9406b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361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cards-6">
            <a:extLst xmlns:a="http://schemas.openxmlformats.org/drawingml/2006/main">
              <a:ext uri="{FF2B5EF4-FFF2-40B4-BE49-F238E27FC236}">
                <a16:creationId xmlns:a16="http://schemas.microsoft.com/office/drawing/2014/main" id="{06E1FA25-2FE0-4D07-B8CE-9C9C2CAAB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cards-6">
            <a:extLst xmlns:a="http://schemas.openxmlformats.org/drawingml/2006/main">
              <a:ext uri="{FF2B5EF4-FFF2-40B4-BE49-F238E27FC236}">
                <a16:creationId xmlns:a16="http://schemas.microsoft.com/office/drawing/2014/main" id="{6EA74B1D-0BD9-41A0-9993-94315631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卡片与容器</a:t>
            </a:r>
          </a:p>
        </p:txBody>
      </p:sp>
      <p:sp>
        <p:nvSpPr>
          <p:cNvPr id="3" name="category-meta-cards-6">
            <a:extLst xmlns:a="http://schemas.openxmlformats.org/drawingml/2006/main">
              <a:ext uri="{FF2B5EF4-FFF2-40B4-BE49-F238E27FC236}">
                <a16:creationId xmlns:a16="http://schemas.microsoft.com/office/drawing/2014/main" id="{39ABDC2D-C02D-4409-9224-E29A670E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121 个元素 · 预览 7/8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23e0a88934e46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347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cards-7">
            <a:extLst xmlns:a="http://schemas.openxmlformats.org/drawingml/2006/main">
              <a:ext uri="{FF2B5EF4-FFF2-40B4-BE49-F238E27FC236}">
                <a16:creationId xmlns:a16="http://schemas.microsoft.com/office/drawing/2014/main" id="{474D2510-FD79-4949-AB3F-629C7AC6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cards-7">
            <a:extLst xmlns:a="http://schemas.openxmlformats.org/drawingml/2006/main">
              <a:ext uri="{FF2B5EF4-FFF2-40B4-BE49-F238E27FC236}">
                <a16:creationId xmlns:a16="http://schemas.microsoft.com/office/drawing/2014/main" id="{9FCC2423-ECA3-4F39-AB1C-6AE20EB0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卡片与容器</a:t>
            </a:r>
          </a:p>
        </p:txBody>
      </p:sp>
      <p:sp>
        <p:nvSpPr>
          <p:cNvPr id="3" name="category-meta-cards-7">
            <a:extLst xmlns:a="http://schemas.openxmlformats.org/drawingml/2006/main">
              <a:ext uri="{FF2B5EF4-FFF2-40B4-BE49-F238E27FC236}">
                <a16:creationId xmlns:a16="http://schemas.microsoft.com/office/drawing/2014/main" id="{01F685B9-C67D-4455-9DA3-7FCCAFE1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121 个元素 · 预览 8/8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1e12ad89584176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4370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connectors-0">
            <a:extLst xmlns:a="http://schemas.openxmlformats.org/drawingml/2006/main">
              <a:ext uri="{FF2B5EF4-FFF2-40B4-BE49-F238E27FC236}">
                <a16:creationId xmlns:a16="http://schemas.microsoft.com/office/drawing/2014/main" id="{8B674130-7C72-443B-A2DE-3811D878B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connectors-0">
            <a:extLst xmlns:a="http://schemas.openxmlformats.org/drawingml/2006/main">
              <a:ext uri="{FF2B5EF4-FFF2-40B4-BE49-F238E27FC236}">
                <a16:creationId xmlns:a16="http://schemas.microsoft.com/office/drawing/2014/main" id="{05088368-94AB-464F-B887-E8F83D751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连接器</a:t>
            </a:r>
          </a:p>
        </p:txBody>
      </p:sp>
      <p:sp>
        <p:nvSpPr>
          <p:cNvPr id="3" name="category-meta-connectors-0">
            <a:extLst xmlns:a="http://schemas.openxmlformats.org/drawingml/2006/main">
              <a:ext uri="{FF2B5EF4-FFF2-40B4-BE49-F238E27FC236}">
                <a16:creationId xmlns:a16="http://schemas.microsoft.com/office/drawing/2014/main" id="{A850966A-499A-4DC4-88DA-16C8AEDE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6 个元素 · 预览 1/1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90b6eb35704a62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7354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decorative_shapes-0">
            <a:extLst xmlns:a="http://schemas.openxmlformats.org/drawingml/2006/main">
              <a:ext uri="{FF2B5EF4-FFF2-40B4-BE49-F238E27FC236}">
                <a16:creationId xmlns:a16="http://schemas.microsoft.com/office/drawing/2014/main" id="{DA8B0F92-C291-444A-98F1-01F62729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decorative_shapes-0">
            <a:extLst xmlns:a="http://schemas.openxmlformats.org/drawingml/2006/main">
              <a:ext uri="{FF2B5EF4-FFF2-40B4-BE49-F238E27FC236}">
                <a16:creationId xmlns:a16="http://schemas.microsoft.com/office/drawing/2014/main" id="{4A684C5E-BAE6-423B-A8C1-7C7D704B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装饰形状</a:t>
            </a:r>
          </a:p>
        </p:txBody>
      </p:sp>
      <p:sp>
        <p:nvSpPr>
          <p:cNvPr id="3" name="category-meta-decorative_shapes-0">
            <a:extLst xmlns:a="http://schemas.openxmlformats.org/drawingml/2006/main">
              <a:ext uri="{FF2B5EF4-FFF2-40B4-BE49-F238E27FC236}">
                <a16:creationId xmlns:a16="http://schemas.microsoft.com/office/drawing/2014/main" id="{EB9ED60B-9945-43AC-BB17-B131F64C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3 个元素 · 预览 1/1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b8be02c5943a2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294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decorative_visuals-0">
            <a:extLst xmlns:a="http://schemas.openxmlformats.org/drawingml/2006/main">
              <a:ext uri="{FF2B5EF4-FFF2-40B4-BE49-F238E27FC236}">
                <a16:creationId xmlns:a16="http://schemas.microsoft.com/office/drawing/2014/main" id="{C8FEAC49-25BE-4C7F-AFC9-C32967152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decorative_visuals-0">
            <a:extLst xmlns:a="http://schemas.openxmlformats.org/drawingml/2006/main">
              <a:ext uri="{FF2B5EF4-FFF2-40B4-BE49-F238E27FC236}">
                <a16:creationId xmlns:a16="http://schemas.microsoft.com/office/drawing/2014/main" id="{7F7EFD38-6CF9-429C-A2C0-72E147DB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装饰视觉</a:t>
            </a:r>
          </a:p>
        </p:txBody>
      </p:sp>
      <p:sp>
        <p:nvSpPr>
          <p:cNvPr id="3" name="category-meta-decorative_visuals-0">
            <a:extLst xmlns:a="http://schemas.openxmlformats.org/drawingml/2006/main">
              <a:ext uri="{FF2B5EF4-FFF2-40B4-BE49-F238E27FC236}">
                <a16:creationId xmlns:a16="http://schemas.microsoft.com/office/drawing/2014/main" id="{407400B3-EB39-438C-86F4-79C2E605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2 个元素 · 预览 1/1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5d24230144bd4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40974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icons-0">
            <a:extLst xmlns:a="http://schemas.openxmlformats.org/drawingml/2006/main">
              <a:ext uri="{FF2B5EF4-FFF2-40B4-BE49-F238E27FC236}">
                <a16:creationId xmlns:a16="http://schemas.microsoft.com/office/drawing/2014/main" id="{49E25AD1-3294-4DDF-BD40-62ABF9108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icons-0">
            <a:extLst xmlns:a="http://schemas.openxmlformats.org/drawingml/2006/main">
              <a:ext uri="{FF2B5EF4-FFF2-40B4-BE49-F238E27FC236}">
                <a16:creationId xmlns:a16="http://schemas.microsoft.com/office/drawing/2014/main" id="{CB505A64-A133-4F1D-867E-137CAFD0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图标</a:t>
            </a:r>
          </a:p>
        </p:txBody>
      </p:sp>
      <p:sp>
        <p:nvSpPr>
          <p:cNvPr id="3" name="category-meta-icons-0">
            <a:extLst xmlns:a="http://schemas.openxmlformats.org/drawingml/2006/main">
              <a:ext uri="{FF2B5EF4-FFF2-40B4-BE49-F238E27FC236}">
                <a16:creationId xmlns:a16="http://schemas.microsoft.com/office/drawing/2014/main" id="{98AFFD7F-E8A7-4FED-85E8-93D31A56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68 个元素 · 预览 1/5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f222a72254d61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7236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icons-1">
            <a:extLst xmlns:a="http://schemas.openxmlformats.org/drawingml/2006/main">
              <a:ext uri="{FF2B5EF4-FFF2-40B4-BE49-F238E27FC236}">
                <a16:creationId xmlns:a16="http://schemas.microsoft.com/office/drawing/2014/main" id="{B52C9F6B-8D8E-4F3B-966C-D1F1A6F4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icons-1">
            <a:extLst xmlns:a="http://schemas.openxmlformats.org/drawingml/2006/main">
              <a:ext uri="{FF2B5EF4-FFF2-40B4-BE49-F238E27FC236}">
                <a16:creationId xmlns:a16="http://schemas.microsoft.com/office/drawing/2014/main" id="{05C6877D-77FA-42F9-9F8A-D4F9A953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图标</a:t>
            </a:r>
          </a:p>
        </p:txBody>
      </p:sp>
      <p:sp>
        <p:nvSpPr>
          <p:cNvPr id="3" name="category-meta-icons-1">
            <a:extLst xmlns:a="http://schemas.openxmlformats.org/drawingml/2006/main">
              <a:ext uri="{FF2B5EF4-FFF2-40B4-BE49-F238E27FC236}">
                <a16:creationId xmlns:a16="http://schemas.microsoft.com/office/drawing/2014/main" id="{4FC94DF2-E3A1-41AE-9F34-81EA355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68 个元素 · 预览 2/5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8afb5feaf84c4b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83927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icons-2">
            <a:extLst xmlns:a="http://schemas.openxmlformats.org/drawingml/2006/main">
              <a:ext uri="{FF2B5EF4-FFF2-40B4-BE49-F238E27FC236}">
                <a16:creationId xmlns:a16="http://schemas.microsoft.com/office/drawing/2014/main" id="{EBAFBE8E-FD82-438C-B5D6-4BC5775D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icons-2">
            <a:extLst xmlns:a="http://schemas.openxmlformats.org/drawingml/2006/main">
              <a:ext uri="{FF2B5EF4-FFF2-40B4-BE49-F238E27FC236}">
                <a16:creationId xmlns:a16="http://schemas.microsoft.com/office/drawing/2014/main" id="{72B7E851-0EE8-4654-870A-50FC1130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图标</a:t>
            </a:r>
          </a:p>
        </p:txBody>
      </p:sp>
      <p:sp>
        <p:nvSpPr>
          <p:cNvPr id="3" name="category-meta-icons-2">
            <a:extLst xmlns:a="http://schemas.openxmlformats.org/drawingml/2006/main">
              <a:ext uri="{FF2B5EF4-FFF2-40B4-BE49-F238E27FC236}">
                <a16:creationId xmlns:a16="http://schemas.microsoft.com/office/drawing/2014/main" id="{2D27DAC2-0AE0-4CC6-B1DD-9990B063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68 个元素 · 预览 3/5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95a72a0eb4d15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6544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icons-3">
            <a:extLst xmlns:a="http://schemas.openxmlformats.org/drawingml/2006/main">
              <a:ext uri="{FF2B5EF4-FFF2-40B4-BE49-F238E27FC236}">
                <a16:creationId xmlns:a16="http://schemas.microsoft.com/office/drawing/2014/main" id="{431FED18-6F13-4E19-B0A2-5F2D4A2B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icons-3">
            <a:extLst xmlns:a="http://schemas.openxmlformats.org/drawingml/2006/main">
              <a:ext uri="{FF2B5EF4-FFF2-40B4-BE49-F238E27FC236}">
                <a16:creationId xmlns:a16="http://schemas.microsoft.com/office/drawing/2014/main" id="{ABD94CB7-9374-4294-AF67-CB6BC2925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图标</a:t>
            </a:r>
          </a:p>
        </p:txBody>
      </p:sp>
      <p:sp>
        <p:nvSpPr>
          <p:cNvPr id="3" name="category-meta-icons-3">
            <a:extLst xmlns:a="http://schemas.openxmlformats.org/drawingml/2006/main">
              <a:ext uri="{FF2B5EF4-FFF2-40B4-BE49-F238E27FC236}">
                <a16:creationId xmlns:a16="http://schemas.microsoft.com/office/drawing/2014/main" id="{6EB13717-A81A-43C9-95B8-9CFF192D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68 个元素 · 预览 4/5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085332a484539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717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icons-4">
            <a:extLst xmlns:a="http://schemas.openxmlformats.org/drawingml/2006/main">
              <a:ext uri="{FF2B5EF4-FFF2-40B4-BE49-F238E27FC236}">
                <a16:creationId xmlns:a16="http://schemas.microsoft.com/office/drawing/2014/main" id="{02E35572-96A3-4510-810B-88BDB636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icons-4">
            <a:extLst xmlns:a="http://schemas.openxmlformats.org/drawingml/2006/main">
              <a:ext uri="{FF2B5EF4-FFF2-40B4-BE49-F238E27FC236}">
                <a16:creationId xmlns:a16="http://schemas.microsoft.com/office/drawing/2014/main" id="{1F101B6F-EDF6-4C1F-A47E-64D40A82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图标</a:t>
            </a:r>
          </a:p>
        </p:txBody>
      </p:sp>
      <p:sp>
        <p:nvSpPr>
          <p:cNvPr id="3" name="category-meta-icons-4">
            <a:extLst xmlns:a="http://schemas.openxmlformats.org/drawingml/2006/main">
              <a:ext uri="{FF2B5EF4-FFF2-40B4-BE49-F238E27FC236}">
                <a16:creationId xmlns:a16="http://schemas.microsoft.com/office/drawing/2014/main" id="{E3F49BD7-4A6B-4D7C-89DB-6CA9CDD7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68 个元素 · 预览 5/5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28e600814a4af2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4698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lines-0">
            <a:extLst xmlns:a="http://schemas.openxmlformats.org/drawingml/2006/main">
              <a:ext uri="{FF2B5EF4-FFF2-40B4-BE49-F238E27FC236}">
                <a16:creationId xmlns:a16="http://schemas.microsoft.com/office/drawing/2014/main" id="{4673D4F5-5800-4627-A5B1-D65A0D5C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lines-0">
            <a:extLst xmlns:a="http://schemas.openxmlformats.org/drawingml/2006/main">
              <a:ext uri="{FF2B5EF4-FFF2-40B4-BE49-F238E27FC236}">
                <a16:creationId xmlns:a16="http://schemas.microsoft.com/office/drawing/2014/main" id="{96723EBF-243D-43B0-9CFE-050E08A4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线条</a:t>
            </a:r>
          </a:p>
        </p:txBody>
      </p:sp>
      <p:sp>
        <p:nvSpPr>
          <p:cNvPr id="3" name="category-meta-lines-0">
            <a:extLst xmlns:a="http://schemas.openxmlformats.org/drawingml/2006/main">
              <a:ext uri="{FF2B5EF4-FFF2-40B4-BE49-F238E27FC236}">
                <a16:creationId xmlns:a16="http://schemas.microsoft.com/office/drawing/2014/main" id="{C2D7D630-A0D9-4206-94C6-8507140A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27 个元素 · 预览 1/2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4b81405fc4dca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74439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lines-1">
            <a:extLst xmlns:a="http://schemas.openxmlformats.org/drawingml/2006/main">
              <a:ext uri="{FF2B5EF4-FFF2-40B4-BE49-F238E27FC236}">
                <a16:creationId xmlns:a16="http://schemas.microsoft.com/office/drawing/2014/main" id="{E4AA7162-0337-4C12-92BB-06B8CBF9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lines-1">
            <a:extLst xmlns:a="http://schemas.openxmlformats.org/drawingml/2006/main">
              <a:ext uri="{FF2B5EF4-FFF2-40B4-BE49-F238E27FC236}">
                <a16:creationId xmlns:a16="http://schemas.microsoft.com/office/drawing/2014/main" id="{AC1D3145-DE87-420B-8A5A-1BA52C76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线条</a:t>
            </a:r>
          </a:p>
        </p:txBody>
      </p:sp>
      <p:sp>
        <p:nvSpPr>
          <p:cNvPr id="3" name="category-meta-lines-1">
            <a:extLst xmlns:a="http://schemas.openxmlformats.org/drawingml/2006/main">
              <a:ext uri="{FF2B5EF4-FFF2-40B4-BE49-F238E27FC236}">
                <a16:creationId xmlns:a16="http://schemas.microsoft.com/office/drawing/2014/main" id="{6C7A47B6-3602-40A8-B0DF-7034C0FB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27 个元素 · 预览 2/2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47d510b9042ac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04664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ategory-rail-logos-0">
            <a:extLst xmlns:a="http://schemas.openxmlformats.org/drawingml/2006/main">
              <a:ext uri="{FF2B5EF4-FFF2-40B4-BE49-F238E27FC236}">
                <a16:creationId xmlns:a16="http://schemas.microsoft.com/office/drawing/2014/main" id="{7CBA2E2F-E856-4982-9DFF-9312EB92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6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ategory-title-logos-0">
            <a:extLst xmlns:a="http://schemas.openxmlformats.org/drawingml/2006/main">
              <a:ext uri="{FF2B5EF4-FFF2-40B4-BE49-F238E27FC236}">
                <a16:creationId xmlns:a16="http://schemas.microsoft.com/office/drawing/2014/main" id="{248182F3-BFAE-4555-AB9A-3AC2FA45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75196"/>
                </a:solidFill>
                <a:latin typeface="Microsoft YaHei"/>
                <a:ea typeface="Microsoft YaHei"/>
                <a:cs typeface="Microsoft YaHei"/>
              </a:rPr>
              <a:t>Logo 与品牌标志</a:t>
            </a:r>
          </a:p>
        </p:txBody>
      </p:sp>
      <p:sp>
        <p:nvSpPr>
          <p:cNvPr id="3" name="category-meta-logos-0">
            <a:extLst xmlns:a="http://schemas.openxmlformats.org/drawingml/2006/main">
              <a:ext uri="{FF2B5EF4-FFF2-40B4-BE49-F238E27FC236}">
                <a16:creationId xmlns:a16="http://schemas.microsoft.com/office/drawing/2014/main" id="{3B215376-0BBD-4B9E-BCC6-AC42F7E4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5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17487"/>
                </a:solidFill>
                <a:latin typeface="Microsoft YaHei"/>
                <a:ea typeface="Microsoft YaHei"/>
                <a:cs typeface="Microsoft YaHei"/>
              </a:rPr>
              <a:t>4 个元素 · 预览 1/1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f4ac10cb84880"/>
          <a:stretch xmlns:a="http://schemas.openxmlformats.org/drawingml/2006/main"/>
        </p:blipFill>
        <p:spPr>
          <a:xfrm xmlns:a="http://schemas.openxmlformats.org/drawingml/2006/main">
            <a:off x="2693601" y="781050"/>
            <a:ext cx="6804797" cy="5810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033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2026-08-22T06:16:24.0220000Z</dcterms:created>
  <dcterms:modified xsi:type="dcterms:W3CDTF">2026-08-22T06:16:24.0220000Z</dcterms:modified>
</coreProperties>
</file>