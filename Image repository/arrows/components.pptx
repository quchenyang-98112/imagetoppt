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FA304-7457-D021-0D69-EC5D34A0B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67712F-A8DA-CFC8-7471-E0722DF2C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FCCB1-4518-5187-6DC3-B8359AE3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7DE5B8-1552-012D-EA49-0EB408CB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A1584E-ABF5-6A94-D4CA-FD979B05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42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4BCF6-3D6A-A794-0509-936204A8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03718-F704-BD47-9C33-D363D534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6C8AC-3EAA-D2B1-6971-B96A8832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36D3D-712E-66C9-6895-683EEDC1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72108-FF72-BBBB-053E-9736E2DF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3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F3AAD-134C-0DBB-6264-FD52010F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19444-DDF3-3C6B-12AF-8E7BDA96A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78B29-B385-A0A1-DE81-8D4E9B34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445C8D-3896-2D9A-FB5C-F8BAB431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D484D-74CA-DB09-62F8-4E32D7F0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84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7BCEA-957D-50B6-4219-0FE633CD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9221F0-1B1B-7229-CF5A-F1C669491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1E3F36-8D90-8415-0AE3-AA5BC3B85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1E5C5A-F48D-A040-41A2-5B24B982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A14709-0C97-3546-8B01-E3161909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99A7A7-B08A-E007-FD8E-ABFD5F9D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94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5BBD4-8625-A87B-4B2F-FA6BB495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811A20-6102-7C0D-DC99-056EBDD2F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121016-A51B-28EA-35F5-F9E2FFEB4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C465F8-DE14-70AC-D71B-9C624CF2B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C599C5-1403-4C59-43D3-D287C1059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3CD6D2-8BFC-0F8A-7259-F7613B61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228A4E-FAFD-4BBE-3481-702F314A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A7FBAF-5471-8624-996D-BF8DABA3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5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C8750-BED3-D538-5C3E-17D3733A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4A492B-DEF7-07EB-4A44-1464BE6A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D67ACD-9478-9C32-366C-46F50B34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1A1536-3BE5-7647-9C11-2BA6FDB8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65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30CFED-7ED1-4F68-1FC7-12479F33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5CD005-509C-0401-42E7-9D82F5B3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6C416-1B88-7581-D37A-A2C42756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05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557C8-82B4-093F-81F8-969D0AE4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478554-05A4-4AEF-F95C-4A05A989C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11498-98BB-4B38-6EEA-3B282EC1A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30DEC2-D547-BAFE-8249-AA1B59D5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00B9FC-CDA9-38D1-B592-F626580E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8A934D-1593-4243-1F58-DFA414DE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6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2DCF-5620-3992-1D45-2A616640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2CB55E-DD26-11DA-A157-D8A2B353B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B0A74F-7343-8CBF-EBAF-7CF6A77DA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B80E36-209D-C2E0-792A-27B2FB76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31FF8C-17CE-A56B-E8AC-2207B00E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C577C-1F1F-E7AD-C37A-EFA39D5F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22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D019-C5D9-0A61-4CF3-83DFBE47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717138-5D42-3103-F82F-9F25813C6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514B74-FD41-77D4-5C10-D85ACE59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E91C4-B263-A63F-DDD3-79B9251E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FF3CD-8D4B-9C72-F422-96167F16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37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377C30-0B2C-42F6-1FFD-865436301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DC26AD-7C48-A69F-6054-29ED6CC41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DCACE-F590-E444-CB24-182753DE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A59B9-608F-A4AA-38C1-9F611F14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4B3C3-EBE3-C55F-2B01-E8C58238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24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C6D8DE-7621-A477-D11C-16419688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4A91F-CC0A-DC98-B730-4B4D81FC5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D8315-DCA2-4901-887C-3F2889896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C342-F7BD-4017-B3D2-495C5FD216F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E21B60-3171-DD2B-E114-55FC1BFD5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E5611C-02FB-A788-E9A8-F173AF9A3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7156D-1744-4B98-9EA2-4ED7C7C0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31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5" descr="{&quot;source_deck&quot;:&quot;李佳1_快速可编辑复刻.pptx&quot;,&quot;source_slide&quot;:1,&quot;source_shape_id&quot;:43,&quot;category&quot;:&quot;arrows&quot;,&quot;id&quot;:&quot;arrow-0005&quot;}">
            <a:extLst>
              <a:ext uri="{FF2B5EF4-FFF2-40B4-BE49-F238E27FC236}">
                <a16:creationId xmlns:a16="http://schemas.microsoft.com/office/drawing/2014/main" id="{AC33C8C1-1196-F9C4-9441-B278E3C0374B}"/>
              </a:ext>
            </a:extLst>
          </p:cNvPr>
          <p:cNvSpPr>
            <a:spLocks noGrp="1"/>
          </p:cNvSpPr>
          <p:nvPr/>
        </p:nvSpPr>
        <p:spPr>
          <a:xfrm>
            <a:off x="5595938" y="3262313"/>
            <a:ext cx="1000125" cy="333375"/>
          </a:xfrm>
          <a:prstGeom prst="downArrow">
            <a:avLst/>
          </a:prstGeom>
          <a:solidFill>
            <a:srgbClr val="135DD4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84258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3" descr="{&quot;source_deck&quot;:&quot;识别2-Knight可编辑复刻.pptx&quot;,&quot;source_slide&quot;:1,&quot;source_shape_id&quot;:85,&quot;category&quot;:&quot;arrows&quot;,&quot;id&quot;:&quot;arrow-0003&quot;}">
            <a:extLst>
              <a:ext uri="{FF2B5EF4-FFF2-40B4-BE49-F238E27FC236}">
                <a16:creationId xmlns:a16="http://schemas.microsoft.com/office/drawing/2014/main" id="{6D9120ED-22E9-ED5A-531E-9CA1B933000F}"/>
              </a:ext>
            </a:extLst>
          </p:cNvPr>
          <p:cNvSpPr>
            <a:spLocks noGrp="1"/>
          </p:cNvSpPr>
          <p:nvPr/>
        </p:nvSpPr>
        <p:spPr>
          <a:xfrm>
            <a:off x="5048250" y="2971800"/>
            <a:ext cx="2095500" cy="914400"/>
          </a:xfrm>
          <a:prstGeom prst="chevron">
            <a:avLst/>
          </a:prstGeom>
          <a:gradFill>
            <a:gsLst>
              <a:gs pos="0">
                <a:srgbClr val="1D70BC"/>
              </a:gs>
              <a:gs pos="100000">
                <a:srgbClr val="0C55A0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6256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1" descr="{&quot;source_deck&quot;:&quot;识别2-Knight可编辑复刻.pptx&quot;,&quot;source_slide&quot;:1,&quot;source_shape_id&quot;:90,&quot;category&quot;:&quot;arrows&quot;,&quot;id&quot;:&quot;arrow-0001&quot;}">
            <a:extLst>
              <a:ext uri="{FF2B5EF4-FFF2-40B4-BE49-F238E27FC236}">
                <a16:creationId xmlns:a16="http://schemas.microsoft.com/office/drawing/2014/main" id="{76D96829-9C61-A19B-CE01-25C4A5C2A3F0}"/>
              </a:ext>
            </a:extLst>
          </p:cNvPr>
          <p:cNvSpPr>
            <a:spLocks noGrp="1"/>
          </p:cNvSpPr>
          <p:nvPr/>
        </p:nvSpPr>
        <p:spPr>
          <a:xfrm>
            <a:off x="5857875" y="3295650"/>
            <a:ext cx="476250" cy="266700"/>
          </a:xfrm>
          <a:prstGeom prst="rightArrow">
            <a:avLst/>
          </a:prstGeom>
          <a:solidFill>
            <a:srgbClr val="1768B5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56277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8" descr="{&quot;source_deck&quot;:&quot;识别3-Knight可编辑复刻.pptx&quot;,&quot;source_slide&quot;:1,&quot;source_shape_id&quot;:61,&quot;category&quot;:&quot;arrows&quot;,&quot;id&quot;:&quot;arrow-0008&quot;}">
            <a:extLst>
              <a:ext uri="{FF2B5EF4-FFF2-40B4-BE49-F238E27FC236}">
                <a16:creationId xmlns:a16="http://schemas.microsoft.com/office/drawing/2014/main" id="{3A175E57-970B-65B6-4427-FAA2037A1924}"/>
              </a:ext>
            </a:extLst>
          </p:cNvPr>
          <p:cNvSpPr>
            <a:spLocks noGrp="1"/>
          </p:cNvSpPr>
          <p:nvPr/>
        </p:nvSpPr>
        <p:spPr>
          <a:xfrm>
            <a:off x="4291013" y="2900363"/>
            <a:ext cx="3609975" cy="1057275"/>
          </a:xfrm>
          <a:prstGeom prst="chevron">
            <a:avLst/>
          </a:prstGeom>
          <a:gradFill>
            <a:gsLst>
              <a:gs pos="0">
                <a:srgbClr val="DDECF9"/>
              </a:gs>
              <a:gs pos="100000">
                <a:srgbClr val="ABCFF0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73336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4" descr="{&quot;source_deck&quot;:&quot;识别3-Knight可编辑复刻.pptx&quot;,&quot;source_slide&quot;:1,&quot;source_shape_id&quot;:66,&quot;category&quot;:&quot;arrows&quot;,&quot;id&quot;:&quot;arrow-0004&quot;}">
            <a:extLst>
              <a:ext uri="{FF2B5EF4-FFF2-40B4-BE49-F238E27FC236}">
                <a16:creationId xmlns:a16="http://schemas.microsoft.com/office/drawing/2014/main" id="{6DA8997F-A252-BBE9-21B6-681372293784}"/>
              </a:ext>
            </a:extLst>
          </p:cNvPr>
          <p:cNvSpPr>
            <a:spLocks noGrp="1"/>
          </p:cNvSpPr>
          <p:nvPr/>
        </p:nvSpPr>
        <p:spPr>
          <a:xfrm>
            <a:off x="4219575" y="2900363"/>
            <a:ext cx="3752850" cy="1057275"/>
          </a:xfrm>
          <a:prstGeom prst="chevron">
            <a:avLst/>
          </a:prstGeom>
          <a:gradFill>
            <a:gsLst>
              <a:gs pos="0">
                <a:srgbClr val="BDD9F3"/>
              </a:gs>
              <a:gs pos="100000">
                <a:srgbClr val="78B1E2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66688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10" descr="{&quot;source_deck&quot;:&quot;识别3-Knight可编辑复刻.pptx&quot;,&quot;source_slide&quot;:1,&quot;source_shape_id&quot;:71,&quot;category&quot;:&quot;arrows&quot;,&quot;id&quot;:&quot;arrow-0010&quot;}">
            <a:extLst>
              <a:ext uri="{FF2B5EF4-FFF2-40B4-BE49-F238E27FC236}">
                <a16:creationId xmlns:a16="http://schemas.microsoft.com/office/drawing/2014/main" id="{C9850F3A-9DFA-4528-7469-E232C5FCCDF5}"/>
              </a:ext>
            </a:extLst>
          </p:cNvPr>
          <p:cNvSpPr>
            <a:spLocks noGrp="1"/>
          </p:cNvSpPr>
          <p:nvPr/>
        </p:nvSpPr>
        <p:spPr>
          <a:xfrm>
            <a:off x="4205288" y="2900363"/>
            <a:ext cx="3781425" cy="1057275"/>
          </a:xfrm>
          <a:prstGeom prst="chevron">
            <a:avLst/>
          </a:prstGeom>
          <a:gradFill>
            <a:gsLst>
              <a:gs pos="0">
                <a:srgbClr val="4D9AD9"/>
              </a:gs>
              <a:gs pos="100000">
                <a:srgbClr val="2C78BE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6338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11" descr="{&quot;source_deck&quot;:&quot;识别3-Knight可编辑复刻.pptx&quot;,&quot;source_slide&quot;:1,&quot;source_shape_id&quot;:76,&quot;category&quot;:&quot;arrows&quot;,&quot;id&quot;:&quot;arrow-0011&quot;}">
            <a:extLst>
              <a:ext uri="{FF2B5EF4-FFF2-40B4-BE49-F238E27FC236}">
                <a16:creationId xmlns:a16="http://schemas.microsoft.com/office/drawing/2014/main" id="{39A0764E-34CE-9197-4872-9157D30D3466}"/>
              </a:ext>
            </a:extLst>
          </p:cNvPr>
          <p:cNvSpPr>
            <a:spLocks noGrp="1"/>
          </p:cNvSpPr>
          <p:nvPr/>
        </p:nvSpPr>
        <p:spPr>
          <a:xfrm>
            <a:off x="4271963" y="2900363"/>
            <a:ext cx="3648075" cy="1057275"/>
          </a:xfrm>
          <a:prstGeom prst="chevron">
            <a:avLst/>
          </a:prstGeom>
          <a:gradFill>
            <a:gsLst>
              <a:gs pos="0">
                <a:srgbClr val="247BC1"/>
              </a:gs>
              <a:gs pos="100000">
                <a:srgbClr val="0B57A2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1332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2" descr="{&quot;source_deck&quot;:&quot;rebuilt-slide-01.pptx&quot;,&quot;source_slide&quot;:1,&quot;source_shape_id&quot;:65,&quot;category&quot;:&quot;arrows&quot;,&quot;id&quot;:&quot;arrow-0002&quot;}">
            <a:extLst>
              <a:ext uri="{FF2B5EF4-FFF2-40B4-BE49-F238E27FC236}">
                <a16:creationId xmlns:a16="http://schemas.microsoft.com/office/drawing/2014/main" id="{3B286573-9F20-6858-740C-A9E0942E5FE0}"/>
              </a:ext>
            </a:extLst>
          </p:cNvPr>
          <p:cNvSpPr/>
          <p:nvPr/>
        </p:nvSpPr>
        <p:spPr>
          <a:xfrm>
            <a:off x="5958840" y="3337560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723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12" descr="{&quot;source_deck&quot;:&quot;rebuilt-slide-01.pptx&quot;,&quot;source_slide&quot;:1,&quot;source_shape_id&quot;:69,&quot;category&quot;:&quot;arrows&quot;,&quot;id&quot;:&quot;arrow-0012&quot;}">
            <a:extLst>
              <a:ext uri="{FF2B5EF4-FFF2-40B4-BE49-F238E27FC236}">
                <a16:creationId xmlns:a16="http://schemas.microsoft.com/office/drawing/2014/main" id="{841A6F0E-FAB7-4013-558A-16D1501BA916}"/>
              </a:ext>
            </a:extLst>
          </p:cNvPr>
          <p:cNvSpPr/>
          <p:nvPr/>
        </p:nvSpPr>
        <p:spPr>
          <a:xfrm>
            <a:off x="5958840" y="3337560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65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7" descr="{&quot;source_deck&quot;:&quot;rebuilt-slide-01.pptx&quot;,&quot;source_slide&quot;:1,&quot;source_shape_id&quot;:85,&quot;category&quot;:&quot;arrows&quot;,&quot;id&quot;:&quot;arrow-0007&quot;}">
            <a:extLst>
              <a:ext uri="{FF2B5EF4-FFF2-40B4-BE49-F238E27FC236}">
                <a16:creationId xmlns:a16="http://schemas.microsoft.com/office/drawing/2014/main" id="{606A94A1-6F3E-740E-F7D5-AF84CEE622F7}"/>
              </a:ext>
            </a:extLst>
          </p:cNvPr>
          <p:cNvSpPr/>
          <p:nvPr/>
        </p:nvSpPr>
        <p:spPr>
          <a:xfrm>
            <a:off x="5849112" y="3268980"/>
            <a:ext cx="493776" cy="32004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788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6" descr="{&quot;source_deck&quot;:&quot;rebuilt-slide-01.pptx&quot;,&quot;source_slide&quot;:1,&quot;source_shape_id&quot;:179,&quot;category&quot;:&quot;arrows&quot;,&quot;id&quot;:&quot;arrow-0006&quot;}">
            <a:extLst>
              <a:ext uri="{FF2B5EF4-FFF2-40B4-BE49-F238E27FC236}">
                <a16:creationId xmlns:a16="http://schemas.microsoft.com/office/drawing/2014/main" id="{DDC92A2C-CD87-B281-72A2-654858C1AC1B}"/>
              </a:ext>
            </a:extLst>
          </p:cNvPr>
          <p:cNvSpPr/>
          <p:nvPr/>
        </p:nvSpPr>
        <p:spPr>
          <a:xfrm>
            <a:off x="5945124" y="3378708"/>
            <a:ext cx="301752" cy="100584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59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0009" descr="{&quot;source_deck&quot;:&quot;rebuilt-slide-02.pptx&quot;,&quot;source_slide&quot;:1,&quot;source_shape_id&quot;:45,&quot;category&quot;:&quot;arrows&quot;,&quot;id&quot;:&quot;arrow-0009&quot;}">
            <a:extLst>
              <a:ext uri="{FF2B5EF4-FFF2-40B4-BE49-F238E27FC236}">
                <a16:creationId xmlns:a16="http://schemas.microsoft.com/office/drawing/2014/main" id="{450198DE-A8FB-D781-93EE-D48342F932CB}"/>
              </a:ext>
            </a:extLst>
          </p:cNvPr>
          <p:cNvSpPr/>
          <p:nvPr/>
        </p:nvSpPr>
        <p:spPr>
          <a:xfrm>
            <a:off x="5993914" y="3326914"/>
            <a:ext cx="204172" cy="204172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9255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5"/>
  <p:tag name="CATEGORY" val="arrow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3"/>
  <p:tag name="CATEGORY" val="arrow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1"/>
  <p:tag name="CATEGORY" val="arrow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8"/>
  <p:tag name="CATEGORY" val="arrow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4"/>
  <p:tag name="CATEGORY" val="arrow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10"/>
  <p:tag name="CATEGORY" val="arrow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11"/>
  <p:tag name="CATEGORY" val="arrow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2"/>
  <p:tag name="CATEGORY" val="arrow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12"/>
  <p:tag name="CATEGORY" val="arrow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7"/>
  <p:tag name="CATEGORY" val="arrow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6"/>
  <p:tag name="CATEGORY" val="arrow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arrow-0009"/>
  <p:tag name="CATEGORY" val="arrow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2026-08-22T06:13:55Z</dcterms:created>
  <dcterms:modified xsi:type="dcterms:W3CDTF">2026-08-22T06:13:55Z</dcterms:modified>
</cp:coreProperties>
</file>