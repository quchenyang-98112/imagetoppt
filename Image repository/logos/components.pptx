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73B58-66E8-777D-4386-3D55295D1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909F8B-6C0B-B7D4-3132-15FBCE5BF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2AA2E-669B-3023-ACD8-C67101A5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AC493D-7E18-7C6B-78B0-3E44E9E9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19C9B6-FDD9-3A70-F4BC-8FAACB2F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88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30AB9-EC0D-3ADE-527A-34716C2E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9BDA5-CDFC-2D34-4C44-71F2F38B9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1F78A-4394-2B7B-B8CC-3CA16C82A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5E2CA-9F27-AD6C-CA89-EFA27BEB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6891F0-DF24-79A6-CE1F-223DAF65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277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9EF03-1AFA-A06C-F661-09771CC4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208699-F9B0-0E59-1F06-C3282AEB2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F57757-7337-9536-D9F5-FD2BDA5C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EB11F-E7CA-955C-E24E-AB7D9E37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6F956-3F50-B917-2C6D-CF63A408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8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992FB-AD2D-C9A4-718C-892EF5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E8F316-CC83-A536-411B-6DC07F9F8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9D6E0E-A989-2914-629A-75F07895C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C943F8-3DAA-9011-8825-AFAB83E9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AB4A8F-3E09-9918-80F7-851A878A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E9A651-A41C-6EAF-FC09-7029660D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60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16B33-8465-E439-6B7F-B382F06E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A6084E-77F2-C742-56F7-A50053A21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E3AD2F-3BFA-B475-E34C-D5A2E3526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B457A2-C57F-FA40-7936-ADA9E4069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EC5AB4-9049-F648-D7C8-065385DEA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DBC9FD-3103-7C45-D20A-6B056069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A832A5-C5B2-2D0C-8E84-897BB620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ED94FD-553F-0EAB-2B15-393EBBC3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41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64DD5-D282-97BB-164F-72902EE5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A9502F-6522-5E1F-A7E6-67314D0A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8746BB-1ED0-0FFE-5476-9A14FFF6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18089E-CCC1-53A1-8F8C-EBD029EE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09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60A3FB-3623-B47D-7714-9B1B81DC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C6FADD-36E7-C95D-05CC-E9207261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12A094-8A8C-F47B-7DA3-0A9D0943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26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6B5FD-05C4-FDB4-4608-1C1C402E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2BC508-4D1C-5D5E-65A1-29303F5DD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FE7707-BF00-D70D-A302-FBD22A89F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354A1D-D9EF-7642-BA67-3848A74A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339267-6363-ACAB-0844-4AFB2107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3D48A4-A5EC-BBFF-63B2-BD834051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86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270CD-E3C4-A96E-3E15-B97442DC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BCADDE-DD09-9DD5-E08C-13734DE0E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8A5265-92F1-9A30-B8E8-A3285A3DE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80D25-E91C-F0D5-3A58-A7E8B7EE8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1D54B5-06DB-49C7-CF51-4F76ACC3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459A7A-A4AE-C119-FD9D-EC4E130F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94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635AD-B95B-8936-88BF-68DBDB8CB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55DEA1-DCEB-877E-05B0-DD319F12C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2A618A-C69E-8A5C-FA09-8BB3902D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A16648-69FE-E698-D829-11D9FEAA3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94367E-A218-7253-984F-577C376F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171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FE722D-F9E2-B298-DD41-91AEAFBF7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A8C0CA-AD46-5BBF-BD15-F37C9F757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DCBC22-0609-C7E3-01B8-A0467274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AFD178-D48D-4021-8441-80E19487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BBDAEA-228C-F409-8931-AB27CF1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6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C55911-3441-D5CA-8B3E-6E30D00F4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E7E07D-EC3F-1B37-72D7-EEF5F81F0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8FBC2-E82D-D59E-ADCF-3909452BA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F824E-4E5C-4138-815A-7D158D0C745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A7933D-CE95-EB33-AD08-14FD5AE97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A07A11-5791-523A-0B7A-3E8A0EAB1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50718-7667-49A4-82A9-3E5107775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11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0001" descr="{&quot;source_deck&quot;:&quot;李佳1_快速可编辑复刻.pptx&quot;,&quot;source_slide&quot;:1,&quot;source_shape_id&quot;:117,&quot;category&quot;:&quot;logos&quot;,&quot;id&quot;:&quot;logo-0001&quot;}">
            <a:extLst>
              <a:ext uri="{FF2B5EF4-FFF2-40B4-BE49-F238E27FC236}">
                <a16:creationId xmlns:a16="http://schemas.microsoft.com/office/drawing/2014/main" id="{8915C0DC-D7F7-07CA-3E71-F3801A35E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65815" y="3181350"/>
            <a:ext cx="2260369" cy="4953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265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0004" descr="{&quot;source_deck&quot;:&quot;李佳1_快速可编辑复刻.pptx&quot;,&quot;source_slide&quot;:1,&quot;source_shape_id&quot;:148,&quot;category&quot;:&quot;logos&quot;,&quot;id&quot;:&quot;logo-0004&quot;}">
            <a:extLst>
              <a:ext uri="{FF2B5EF4-FFF2-40B4-BE49-F238E27FC236}">
                <a16:creationId xmlns:a16="http://schemas.microsoft.com/office/drawing/2014/main" id="{690B030C-EF54-9108-794D-3873EE6EE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805340"/>
            <a:ext cx="1587500" cy="12473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5748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0003" descr="{&quot;source_deck&quot;:&quot;识别2-Knight可编辑复刻.pptx&quot;,&quot;source_slide&quot;:1,&quot;source_shape_id&quot;:104,&quot;category&quot;:&quot;logos&quot;,&quot;id&quot;:&quot;logo-0003&quot;}">
            <a:extLst>
              <a:ext uri="{FF2B5EF4-FFF2-40B4-BE49-F238E27FC236}">
                <a16:creationId xmlns:a16="http://schemas.microsoft.com/office/drawing/2014/main" id="{B96D0E3E-F058-C6E7-CA3C-54F8087FC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410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0002" descr="{&quot;source_deck&quot;:&quot;识别3-Knight可编辑复刻.pptx&quot;,&quot;source_slide&quot;:1,&quot;source_shape_id&quot;:87,&quot;category&quot;:&quot;logos&quot;,&quot;id&quot;:&quot;logo-0002&quot;}">
            <a:extLst>
              <a:ext uri="{FF2B5EF4-FFF2-40B4-BE49-F238E27FC236}">
                <a16:creationId xmlns:a16="http://schemas.microsoft.com/office/drawing/2014/main" id="{FB76E1AF-4314-DC1C-DF61-BB822822E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04493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ogo-0001"/>
  <p:tag name="CATEGORY" val="logo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ogo-0004"/>
  <p:tag name="CATEGORY" val="logo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ogo-0003"/>
  <p:tag name="CATEGORY" val="logo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ogo-0002"/>
  <p:tag name="CATEGORY" val="logo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2026-08-22T06:15:07Z</dcterms:created>
  <dcterms:modified xsi:type="dcterms:W3CDTF">2026-08-22T06:15:07Z</dcterms:modified>
</cp:coreProperties>
</file>