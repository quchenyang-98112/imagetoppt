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83023-D137-6508-3622-1B7DDBDB3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77C909-8885-29D3-06C4-2D9D4EA8F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02E73F-48C7-2C16-35FC-19CFF91C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7FCDF-1C7E-6273-9120-62B147DA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75B0D4-4BFB-3544-39EF-1BDFDC2D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58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88BF0-A9F5-FBDF-296A-DC54AC3E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C5C27-1FB6-E544-8C29-F16A3E436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BD776-40AF-7FC0-4CD4-9D727A6C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55C74C-D5D5-BA49-28A4-3BC64844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15FC2D-955C-100A-C42F-4CACAABE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28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0D92C-DB7E-065D-8373-8F78E32E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A9E432-AC0B-5728-E2AA-50BCC075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C1649D-FEBF-5648-5847-0EE3FB3C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B9514F-3ED6-B4DE-A494-6A37B147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33CE7-98A4-4949-4176-1D12EF1D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83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BF94B-70F9-C359-ACD5-14E104DE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B4E49-DF21-043A-4BDC-627DD08CE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8571E8-05F9-B663-9B9D-39E597A06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63DA72-9955-5CEB-36E0-03B60927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5F5DF8-9269-567A-B51D-2A036E9A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52A9CD-D18F-CDEB-1C81-3BE0C8F8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9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37A53-4E59-5883-1134-A4F7808E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3E41C9-2303-60E4-03E3-28529A593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60AFBC-B1DD-E2C4-7ECF-6CF353E6B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3DB557-AFD1-D90E-DBE4-5267FB85E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3BACDE-9643-A855-44FC-1D3E48F68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7A3A00-5DC0-3EF1-CAC8-469209C1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3919D2-BAA5-E6CE-1D8E-266A3F01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E2B4F3-EC8A-A1AA-B502-0262AD79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02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BB72A-35D4-48CC-05AD-FF94F460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B71CC0-4776-56B8-2C9C-AB4CD782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179FAF-B945-D734-24DA-B60D5ACA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AFE573-20AF-9320-1BA9-57F4C0C6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09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7DF552-0A8D-C09F-6D0F-42E350F7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A6714C-4563-9F58-32BC-506A313A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AFFFE-630F-9E61-CCCA-C4836873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55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BCBE9-AD67-6F54-29EF-5BD1763D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61CBB-0A1E-F15B-3B71-5D1E02CFB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22374E-AA86-7556-CA02-A66722EE5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2F726A-5519-9829-1846-F8A249E9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50D23E-A7B1-C650-B2B7-31859394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9036AB-8063-E5E7-CC3E-47B9F7A6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09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2EFAC-8018-A8F3-C9DB-B214AED8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9DA985-BCE7-84A0-C284-EC057DBA5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EC50AD-8CF8-F099-F882-B491BB2FC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31DEF8-D8F7-DAB5-8B53-CB20BF08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8D5ACF-D04C-4910-7690-69A29C89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59A58E-41D2-E258-AF3F-BB47DCA6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07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6C3DF-9548-7BC3-822C-EA4B2707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4F8DC2-2F52-0B69-6FB3-8BF8AA04C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C6D579-F270-7C58-B939-AEFCD902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A796B-E880-5378-61D7-0E1C1F37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65216-AB57-16C4-7EFE-43FAA718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76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94357C-0179-74D9-5FAB-B3BE21646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FE72AF-25B1-6B9F-018F-55413A513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D66A9-4A79-4B08-92FC-AE476877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7C5B8-B5FE-12A1-41E5-D08DF0AB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8F567-04E8-B1F4-A401-778B1293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7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F1AC677-84C8-FCC7-3C52-41C2962A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3D2B2D-33F9-69E5-99ED-DFF4DFAC1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327A45-5D30-1847-B910-A0766E661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32E40-B59E-4D64-AD7F-85B4DEAE531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EB1132-2C17-553C-7469-410D64CAF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DFF3CA-0A41-AE9D-23F8-C333FBF99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6CADC-86FC-412B-8F28-D692A04F8D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51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-0004" descr="{&quot;source_deck&quot;:&quot;rebuilt-slide-01.pptx&quot;,&quot;source_slide&quot;:1,&quot;source_shape_id&quot;:79,&quot;category&quot;:&quot;connectors&quot;,&quot;id&quot;:&quot;connector-0004&quot;}">
            <a:extLst>
              <a:ext uri="{FF2B5EF4-FFF2-40B4-BE49-F238E27FC236}">
                <a16:creationId xmlns:a16="http://schemas.microsoft.com/office/drawing/2014/main" id="{6E7BAFBD-2C49-B215-657B-21C4F722AC09}"/>
              </a:ext>
            </a:extLst>
          </p:cNvPr>
          <p:cNvCxnSpPr>
            <a:cxnSpLocks noChangeAspect="1"/>
          </p:cNvCxnSpPr>
          <p:nvPr/>
        </p:nvCxnSpPr>
        <p:spPr>
          <a:xfrm>
            <a:off x="3810000" y="3429000"/>
            <a:ext cx="4572000" cy="0"/>
          </a:xfrm>
          <a:prstGeom prst="line">
            <a:avLst/>
          </a:prstGeom>
          <a:ln w="10160">
            <a:solidFill>
              <a:srgbClr val="D7E6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0987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-0001" descr="{&quot;source_deck&quot;:&quot;rebuilt-slide-01.pptx&quot;,&quot;source_slide&quot;:1,&quot;source_shape_id&quot;:195,&quot;category&quot;:&quot;connectors&quot;,&quot;id&quot;:&quot;connector-0001&quot;}">
            <a:extLst>
              <a:ext uri="{FF2B5EF4-FFF2-40B4-BE49-F238E27FC236}">
                <a16:creationId xmlns:a16="http://schemas.microsoft.com/office/drawing/2014/main" id="{6741546F-0578-8D97-61D7-7E1C281D2D4E}"/>
              </a:ext>
            </a:extLst>
          </p:cNvPr>
          <p:cNvCxnSpPr>
            <a:cxnSpLocks noChangeAspect="1"/>
          </p:cNvCxnSpPr>
          <p:nvPr/>
        </p:nvCxnSpPr>
        <p:spPr>
          <a:xfrm>
            <a:off x="3810000" y="3429000"/>
            <a:ext cx="4572000" cy="0"/>
          </a:xfrm>
          <a:prstGeom prst="line">
            <a:avLst/>
          </a:prstGeom>
          <a:ln w="10160">
            <a:solidFill>
              <a:srgbClr val="CDE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8527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-0006" descr="{&quot;source_deck&quot;:&quot;rebuilt-slide-02.pptx&quot;,&quot;source_slide&quot;:1,&quot;source_shape_id&quot;:6,&quot;category&quot;:&quot;connectors&quot;,&quot;id&quot;:&quot;connector-0006&quot;}">
            <a:extLst>
              <a:ext uri="{FF2B5EF4-FFF2-40B4-BE49-F238E27FC236}">
                <a16:creationId xmlns:a16="http://schemas.microsoft.com/office/drawing/2014/main" id="{EFB61424-594E-68F9-B019-0B77657193BD}"/>
              </a:ext>
            </a:extLst>
          </p:cNvPr>
          <p:cNvCxnSpPr/>
          <p:nvPr/>
        </p:nvCxnSpPr>
        <p:spPr>
          <a:xfrm>
            <a:off x="6096000" y="1482072"/>
            <a:ext cx="0" cy="3893856"/>
          </a:xfrm>
          <a:prstGeom prst="line">
            <a:avLst/>
          </a:prstGeom>
          <a:ln w="12700">
            <a:solidFill>
              <a:srgbClr val="0E5B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8392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-0005" descr="{&quot;source_deck&quot;:&quot;rebuilt-slide-02.pptx&quot;,&quot;source_slide&quot;:1,&quot;source_shape_id&quot;:7,&quot;category&quot;:&quot;connectors&quot;,&quot;id&quot;:&quot;connector-0005&quot;}">
            <a:extLst>
              <a:ext uri="{FF2B5EF4-FFF2-40B4-BE49-F238E27FC236}">
                <a16:creationId xmlns:a16="http://schemas.microsoft.com/office/drawing/2014/main" id="{DC726FC8-D8A1-34F8-6225-6A0A60733232}"/>
              </a:ext>
            </a:extLst>
          </p:cNvPr>
          <p:cNvCxnSpPr>
            <a:cxnSpLocks noChangeAspect="1"/>
          </p:cNvCxnSpPr>
          <p:nvPr/>
        </p:nvCxnSpPr>
        <p:spPr>
          <a:xfrm>
            <a:off x="3810000" y="3429000"/>
            <a:ext cx="4572000" cy="0"/>
          </a:xfrm>
          <a:prstGeom prst="line">
            <a:avLst/>
          </a:prstGeom>
          <a:ln w="10160">
            <a:solidFill>
              <a:srgbClr val="0E5B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8470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-0003" descr="{&quot;source_deck&quot;:&quot;rebuilt-slide-02.pptx&quot;,&quot;source_slide&quot;:1,&quot;source_shape_id&quot;:33,&quot;category&quot;:&quot;connectors&quot;,&quot;id&quot;:&quot;connector-0003&quot;}">
            <a:extLst>
              <a:ext uri="{FF2B5EF4-FFF2-40B4-BE49-F238E27FC236}">
                <a16:creationId xmlns:a16="http://schemas.microsoft.com/office/drawing/2014/main" id="{E6428C9B-CCEA-20D9-E6C3-DBCA57D0146B}"/>
              </a:ext>
            </a:extLst>
          </p:cNvPr>
          <p:cNvCxnSpPr/>
          <p:nvPr/>
        </p:nvCxnSpPr>
        <p:spPr>
          <a:xfrm>
            <a:off x="3667809" y="3429000"/>
            <a:ext cx="4856383" cy="0"/>
          </a:xfrm>
          <a:prstGeom prst="line">
            <a:avLst/>
          </a:prstGeom>
          <a:ln w="10160">
            <a:solidFill>
              <a:srgbClr val="BCD3F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05608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-0002" descr="{&quot;source_deck&quot;:&quot;rebuilt-slide-02.pptx&quot;,&quot;source_slide&quot;:1,&quot;source_shape_id&quot;:57,&quot;category&quot;:&quot;connectors&quot;,&quot;id&quot;:&quot;connector-0002&quot;}">
            <a:extLst>
              <a:ext uri="{FF2B5EF4-FFF2-40B4-BE49-F238E27FC236}">
                <a16:creationId xmlns:a16="http://schemas.microsoft.com/office/drawing/2014/main" id="{849E1D66-4027-4B2B-8DFB-3E182EC4314C}"/>
              </a:ext>
            </a:extLst>
          </p:cNvPr>
          <p:cNvCxnSpPr/>
          <p:nvPr/>
        </p:nvCxnSpPr>
        <p:spPr>
          <a:xfrm>
            <a:off x="6096000" y="3137326"/>
            <a:ext cx="0" cy="583349"/>
          </a:xfrm>
          <a:prstGeom prst="line">
            <a:avLst/>
          </a:prstGeom>
          <a:ln w="10160">
            <a:solidFill>
              <a:srgbClr val="0E99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931413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onnector-0004"/>
  <p:tag name="CATEGORY" val="connector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onnector-0001"/>
  <p:tag name="CATEGORY" val="connector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onnector-0006"/>
  <p:tag name="CATEGORY" val="connector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onnector-0005"/>
  <p:tag name="CATEGORY" val="connector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onnector-0003"/>
  <p:tag name="CATEGORY" val="connector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connector-0002"/>
  <p:tag name="CATEGORY" val="connector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2026-08-22T06:14:41Z</dcterms:created>
  <dcterms:modified xsi:type="dcterms:W3CDTF">2026-08-22T06:14:41Z</dcterms:modified>
</cp:coreProperties>
</file>