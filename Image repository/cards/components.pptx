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CDBF79-1F1F-E8CC-7E88-17B705A2A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2AF765-6CDE-5423-5338-45508C4C0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CCD70B-BD1D-5CAB-57BD-F3785E7F2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F4E1-0A40-42C5-8FE6-5DE095B78104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922CC1-B9E1-B6E7-CE9F-27F61C6CB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46FD1B-3BD9-C90D-754F-C995E2D36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75FD0-552E-4100-9ED1-4EF0FED77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85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F82B5F-8454-9AAF-301B-5070BCC15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E199A3-77D9-9384-7A20-A8B12C347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947A2B-9447-4C51-4A69-5E52B966D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F4E1-0A40-42C5-8FE6-5DE095B78104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0DA394-6C50-4FE6-2C48-E751496B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8C485A-2248-20EA-6576-ED473B570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75FD0-552E-4100-9ED1-4EF0FED77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504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C5EA6-2EC5-E0FC-6357-9B501C110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E2D40B-CDA7-0738-B930-4217B82D6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B24F06-75BD-1D25-FB46-065988FF0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F4E1-0A40-42C5-8FE6-5DE095B78104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E9445-6363-81B8-36D8-76774B1AD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57DD34-F954-9A4A-10D3-41FBD748C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75FD0-552E-4100-9ED1-4EF0FED77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71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04148-B333-252C-229D-C4CD318E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F78A86-00FF-97CF-EC38-E36FAFDF1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E7DE4C-0843-5775-FBB4-413095B93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A2BC51-2FD3-BF65-A7C9-648E63879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F4E1-0A40-42C5-8FE6-5DE095B78104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F5F892-FB32-A580-C4EE-62F84117A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BC8A5A-9FF0-B7C3-BBDE-CF4598CF0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75FD0-552E-4100-9ED1-4EF0FED77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412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810344-B78D-E614-CBDE-7A1FFA18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FAE97-C368-5C0F-5586-3FB7C7D1E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2CC0F0-7ADE-AACC-05EF-FC7EF2BC6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B79F3B-379A-ECF1-2010-E2FC431BDD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1BF8AC-6981-CF1A-5F7F-FAA570697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E6D1E29-C397-6527-A6E8-3DD58472C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F4E1-0A40-42C5-8FE6-5DE095B78104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06A6B80-DC28-A759-6CCB-C87597D0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39166C2-EED5-5702-2070-C65C792E2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75FD0-552E-4100-9ED1-4EF0FED77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993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42434E-B648-6663-95D9-E8211D50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1372306-7BE7-4DAF-C8C5-DC7435222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F4E1-0A40-42C5-8FE6-5DE095B78104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198F57-D62E-752A-840B-9116F9FA9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744F62-F029-4C83-0CDB-97734103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75FD0-552E-4100-9ED1-4EF0FED77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6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DC1541-B1FD-02BB-281B-108BB624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F4E1-0A40-42C5-8FE6-5DE095B78104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3FEF97-CB97-9DE0-364E-3ABCBA15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C91919-3CDE-F22E-DC02-93A207D4B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75FD0-552E-4100-9ED1-4EF0FED77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78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7094C-F93C-B93A-F8B5-A97E7BAAF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B4EF97-CB14-74E9-3756-38FF155E7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720F3F-C518-3E85-1BE8-64FD9755F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836454-E2C5-33D1-5937-C6F926691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F4E1-0A40-42C5-8FE6-5DE095B78104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5FA5AE-4BB3-EF6E-1633-8EFDF4DC8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EED7D7-FA8A-D640-BD71-69C114D6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75FD0-552E-4100-9ED1-4EF0FED77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55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C87B4-32FF-E8E2-071A-933E613AF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D115D28-FD27-4F2F-50D1-52F638E494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2E097B-30B0-8D42-F25F-35F612280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FDA818-AA2C-567E-3F9C-A1F324E8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F4E1-0A40-42C5-8FE6-5DE095B78104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637DF3-D84D-7EDA-90BF-18BFE061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F26E1C-949F-B7B5-6477-CCFB66A9A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75FD0-552E-4100-9ED1-4EF0FED77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754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CE081-8BD0-28DE-B85F-CC9EEBF1E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8BCD12-ABBC-3501-41EA-4C2DC9647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B94405-628C-E04D-91EE-76827E8D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F4E1-0A40-42C5-8FE6-5DE095B78104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2F24A-575A-B0C1-8741-FC495956E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4524F1-DC70-26D4-5B05-23F33941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75FD0-552E-4100-9ED1-4EF0FED77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289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9FF592-AD29-DC0B-AB39-239C62052C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624531-4A05-F0D3-7B40-C06B1F596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612CBA-C9A0-A745-CF88-F3B985413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5F4E1-0A40-42C5-8FE6-5DE095B78104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B21F36-24A6-81DE-1179-2DE463E9E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9A4C3B-7576-5530-559A-E0A4697B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75FD0-552E-4100-9ED1-4EF0FED77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67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5B093B3-8D60-75D7-FDBC-6B5896484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8987DD-4E01-7E17-19B6-ACAB1604F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BDD3B0-8792-4BA6-272A-10C104093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5F4E1-0A40-42C5-8FE6-5DE095B78104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BD6CA4-280D-BC37-5821-1B1CAED76E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C472E0-27F6-DC88-BFAC-95AFDC9FF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775FD0-552E-4100-9ED1-4EF0FED77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684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9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0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8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9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0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5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8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9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0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86" descr="{&quot;source_deck&quot;:&quot;李佳1_快速可编辑复刻.pptx&quot;,&quot;source_slide&quot;:1,&quot;source_shape_id&quot;:6,&quot;category&quot;:&quot;cards&quot;,&quot;id&quot;:&quot;card-0086&quot;}">
            <a:extLst>
              <a:ext uri="{FF2B5EF4-FFF2-40B4-BE49-F238E27FC236}">
                <a16:creationId xmlns:a16="http://schemas.microsoft.com/office/drawing/2014/main" id="{B500003E-99F7-8B6C-A30A-0ED745F1C4D2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2217629"/>
            <a:ext cx="9652000" cy="2422743"/>
          </a:xfrm>
          <a:prstGeom prst="roundRect">
            <a:avLst>
              <a:gd name="adj" fmla="val 3485"/>
            </a:avLst>
          </a:prstGeom>
          <a:solidFill>
            <a:srgbClr val="FFFFFF"/>
          </a:solidFill>
          <a:ln w="9525">
            <a:solidFill>
              <a:srgbClr val="DCE6F1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49991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34" descr="{&quot;source_deck&quot;:&quot;李佳1_快速可编辑复刻.pptx&quot;,&quot;source_slide&quot;:1,&quot;source_shape_id&quot;:10,&quot;category&quot;:&quot;cards&quot;,&quot;id&quot;:&quot;card-0034&quot;}">
            <a:extLst>
              <a:ext uri="{FF2B5EF4-FFF2-40B4-BE49-F238E27FC236}">
                <a16:creationId xmlns:a16="http://schemas.microsoft.com/office/drawing/2014/main" id="{6D54E55C-6581-FB96-DCC8-7592F1A0AA9C}"/>
              </a:ext>
            </a:extLst>
          </p:cNvPr>
          <p:cNvSpPr>
            <a:spLocks noGrp="1"/>
          </p:cNvSpPr>
          <p:nvPr/>
        </p:nvSpPr>
        <p:spPr>
          <a:xfrm>
            <a:off x="4438650" y="2090738"/>
            <a:ext cx="3314700" cy="267652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 w="9525">
            <a:solidFill>
              <a:srgbClr val="F6DCDD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585210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18" descr="{&quot;source_deck&quot;:&quot;李佳1_快速可编辑复刻.pptx&quot;,&quot;source_slide&quot;:1,&quot;source_shape_id&quot;:15,&quot;category&quot;:&quot;cards&quot;,&quot;id&quot;:&quot;card-0018&quot;}">
            <a:extLst>
              <a:ext uri="{FF2B5EF4-FFF2-40B4-BE49-F238E27FC236}">
                <a16:creationId xmlns:a16="http://schemas.microsoft.com/office/drawing/2014/main" id="{44061667-8898-AF1A-9162-4DE492D28EB9}"/>
              </a:ext>
            </a:extLst>
          </p:cNvPr>
          <p:cNvSpPr>
            <a:spLocks noGrp="1"/>
          </p:cNvSpPr>
          <p:nvPr/>
        </p:nvSpPr>
        <p:spPr>
          <a:xfrm>
            <a:off x="4600575" y="3086100"/>
            <a:ext cx="2990850" cy="685800"/>
          </a:xfrm>
          <a:prstGeom prst="roundRect">
            <a:avLst>
              <a:gd name="adj" fmla="val 11111"/>
            </a:avLst>
          </a:prstGeom>
          <a:solidFill>
            <a:srgbClr val="FFFDFD"/>
          </a:solidFill>
          <a:ln w="9525">
            <a:solidFill>
              <a:srgbClr val="F48686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89492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83" descr="{&quot;source_deck&quot;:&quot;李佳1_快速可编辑复刻.pptx&quot;,&quot;source_slide&quot;:1,&quot;source_shape_id&quot;:34,&quot;category&quot;:&quot;cards&quot;,&quot;id&quot;:&quot;card-0083&quot;}">
            <a:extLst>
              <a:ext uri="{FF2B5EF4-FFF2-40B4-BE49-F238E27FC236}">
                <a16:creationId xmlns:a16="http://schemas.microsoft.com/office/drawing/2014/main" id="{834C057E-A970-7AC3-C6C3-8E3E471000BD}"/>
              </a:ext>
            </a:extLst>
          </p:cNvPr>
          <p:cNvSpPr>
            <a:spLocks noGrp="1"/>
          </p:cNvSpPr>
          <p:nvPr/>
        </p:nvSpPr>
        <p:spPr>
          <a:xfrm>
            <a:off x="4514850" y="1762125"/>
            <a:ext cx="3162300" cy="3333750"/>
          </a:xfrm>
          <a:prstGeom prst="roundRect">
            <a:avLst>
              <a:gd name="adj" fmla="val 4518"/>
            </a:avLst>
          </a:prstGeom>
          <a:solidFill>
            <a:srgbClr val="FFF8F8"/>
          </a:solidFill>
          <a:ln w="9525">
            <a:solidFill>
              <a:srgbClr val="F3D7D7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60960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02" descr="{&quot;source_deck&quot;:&quot;李佳1_快速可编辑复刻.pptx&quot;,&quot;source_slide&quot;:1,&quot;source_shape_id&quot;:44,&quot;category&quot;:&quot;cards&quot;,&quot;id&quot;:&quot;card-0102&quot;}">
            <a:extLst>
              <a:ext uri="{FF2B5EF4-FFF2-40B4-BE49-F238E27FC236}">
                <a16:creationId xmlns:a16="http://schemas.microsoft.com/office/drawing/2014/main" id="{0825E0E3-9B3D-4333-B4AE-F7D8224A035C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2048751"/>
            <a:ext cx="9652000" cy="2760498"/>
          </a:xfrm>
          <a:prstGeom prst="roundRect">
            <a:avLst>
              <a:gd name="adj" fmla="val 3059"/>
            </a:avLst>
          </a:prstGeom>
          <a:solidFill>
            <a:srgbClr val="F5F9FF"/>
          </a:solidFill>
          <a:ln w="9525">
            <a:solidFill>
              <a:srgbClr val="C8DCF8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778290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25" descr="{&quot;source_deck&quot;:&quot;李佳1_快速可编辑复刻.pptx&quot;,&quot;source_slide&quot;:1,&quot;source_shape_id&quot;:48,&quot;category&quot;:&quot;cards&quot;,&quot;id&quot;:&quot;card-0025&quot;}">
            <a:extLst>
              <a:ext uri="{FF2B5EF4-FFF2-40B4-BE49-F238E27FC236}">
                <a16:creationId xmlns:a16="http://schemas.microsoft.com/office/drawing/2014/main" id="{6E19839E-B4EF-42C8-6F7C-0031A6EC58E3}"/>
              </a:ext>
            </a:extLst>
          </p:cNvPr>
          <p:cNvSpPr>
            <a:spLocks noGrp="1"/>
          </p:cNvSpPr>
          <p:nvPr/>
        </p:nvSpPr>
        <p:spPr>
          <a:xfrm>
            <a:off x="3543300" y="1804988"/>
            <a:ext cx="5105400" cy="3248025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85B5F6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743614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93" descr="{&quot;source_deck&quot;:&quot;李佳1_快速可编辑复刻.pptx&quot;,&quot;source_slide&quot;:1,&quot;source_shape_id&quot;:49,&quot;category&quot;:&quot;cards&quot;,&quot;id&quot;:&quot;card-0093&quot;}">
            <a:extLst>
              <a:ext uri="{FF2B5EF4-FFF2-40B4-BE49-F238E27FC236}">
                <a16:creationId xmlns:a16="http://schemas.microsoft.com/office/drawing/2014/main" id="{1C60033C-E396-71B5-65DC-5E9C93C751F1}"/>
              </a:ext>
            </a:extLst>
          </p:cNvPr>
          <p:cNvSpPr>
            <a:spLocks noGrp="1"/>
          </p:cNvSpPr>
          <p:nvPr/>
        </p:nvSpPr>
        <p:spPr>
          <a:xfrm>
            <a:off x="3538538" y="1804988"/>
            <a:ext cx="5114925" cy="3248025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85B5F6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95172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45" descr="{&quot;source_deck&quot;:&quot;李佳1_快速可编辑复刻.pptx&quot;,&quot;source_slide&quot;:1,&quot;source_shape_id&quot;:51,&quot;category&quot;:&quot;cards&quot;,&quot;id&quot;:&quot;card-0045&quot;}">
            <a:extLst>
              <a:ext uri="{FF2B5EF4-FFF2-40B4-BE49-F238E27FC236}">
                <a16:creationId xmlns:a16="http://schemas.microsoft.com/office/drawing/2014/main" id="{9CFAD64B-9C32-9388-45C5-6FD78B941F51}"/>
              </a:ext>
            </a:extLst>
          </p:cNvPr>
          <p:cNvSpPr>
            <a:spLocks noGrp="1"/>
          </p:cNvSpPr>
          <p:nvPr/>
        </p:nvSpPr>
        <p:spPr>
          <a:xfrm>
            <a:off x="3538538" y="3190875"/>
            <a:ext cx="5114925" cy="476250"/>
          </a:xfrm>
          <a:prstGeom prst="rect">
            <a:avLst/>
          </a:prstGeom>
          <a:solidFill>
            <a:srgbClr val="236CDE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338142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42" descr="{&quot;source_deck&quot;:&quot;李佳1_快速可编辑复刻.pptx&quot;,&quot;source_slide&quot;:1,&quot;source_shape_id&quot;:93,&quot;category&quot;:&quot;cards&quot;,&quot;id&quot;:&quot;card-0042&quot;}">
            <a:extLst>
              <a:ext uri="{FF2B5EF4-FFF2-40B4-BE49-F238E27FC236}">
                <a16:creationId xmlns:a16="http://schemas.microsoft.com/office/drawing/2014/main" id="{0FB58607-76CA-0185-528B-F1D69396AD39}"/>
              </a:ext>
            </a:extLst>
          </p:cNvPr>
          <p:cNvSpPr>
            <a:spLocks noGrp="1"/>
          </p:cNvSpPr>
          <p:nvPr/>
        </p:nvSpPr>
        <p:spPr>
          <a:xfrm>
            <a:off x="3657600" y="3219450"/>
            <a:ext cx="4876800" cy="419100"/>
          </a:xfrm>
          <a:prstGeom prst="roundRect">
            <a:avLst>
              <a:gd name="adj" fmla="val 22727"/>
            </a:avLst>
          </a:prstGeom>
          <a:solidFill>
            <a:srgbClr val="EAF3FF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039587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38" descr="{&quot;source_deck&quot;:&quot;李佳1_快速可编辑复刻.pptx&quot;,&quot;source_slide&quot;:1,&quot;source_shape_id&quot;:96,&quot;category&quot;:&quot;cards&quot;,&quot;id&quot;:&quot;card-0038&quot;}">
            <a:extLst>
              <a:ext uri="{FF2B5EF4-FFF2-40B4-BE49-F238E27FC236}">
                <a16:creationId xmlns:a16="http://schemas.microsoft.com/office/drawing/2014/main" id="{E9D69D26-EA0E-B807-0F3B-68C8EF1FC8D2}"/>
              </a:ext>
            </a:extLst>
          </p:cNvPr>
          <p:cNvSpPr>
            <a:spLocks noGrp="1"/>
          </p:cNvSpPr>
          <p:nvPr/>
        </p:nvSpPr>
        <p:spPr>
          <a:xfrm>
            <a:off x="4514850" y="1600200"/>
            <a:ext cx="3162300" cy="3657600"/>
          </a:xfrm>
          <a:prstGeom prst="roundRect">
            <a:avLst>
              <a:gd name="adj" fmla="val 4518"/>
            </a:avLst>
          </a:prstGeom>
          <a:solidFill>
            <a:srgbClr val="F5F9FF"/>
          </a:solidFill>
          <a:ln w="9525">
            <a:solidFill>
              <a:srgbClr val="ABC9F4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451414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51" descr="{&quot;source_deck&quot;:&quot;李佳1_快速可编辑复刻.pptx&quot;,&quot;source_slide&quot;:1,&quot;source_shape_id&quot;:107,&quot;category&quot;:&quot;cards&quot;,&quot;id&quot;:&quot;card-0051&quot;}">
            <a:extLst>
              <a:ext uri="{FF2B5EF4-FFF2-40B4-BE49-F238E27FC236}">
                <a16:creationId xmlns:a16="http://schemas.microsoft.com/office/drawing/2014/main" id="{EB98A73E-93EB-9162-9E25-23A1F0D0D0F6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205186"/>
            <a:ext cx="9652000" cy="447629"/>
          </a:xfrm>
          <a:prstGeom prst="roundRect">
            <a:avLst>
              <a:gd name="adj" fmla="val 12500"/>
            </a:avLst>
          </a:prstGeom>
          <a:solidFill>
            <a:srgbClr val="F7FAFF"/>
          </a:solidFill>
          <a:ln w="9525">
            <a:solidFill>
              <a:srgbClr val="DEEAF9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961069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20" descr="{&quot;source_deck&quot;:&quot;李佳3_视觉OCR快速可编辑复刻.pptx&quot;,&quot;source_slide&quot;:1,&quot;source_shape_id&quot;:9,&quot;category&quot;:&quot;cards&quot;,&quot;id&quot;:&quot;card-0020&quot;}">
            <a:extLst>
              <a:ext uri="{FF2B5EF4-FFF2-40B4-BE49-F238E27FC236}">
                <a16:creationId xmlns:a16="http://schemas.microsoft.com/office/drawing/2014/main" id="{61C932B3-5BE3-33A9-7BFF-A945DC2D7CBC}"/>
              </a:ext>
            </a:extLst>
          </p:cNvPr>
          <p:cNvSpPr>
            <a:spLocks noGrp="1" noChangeAspect="1"/>
          </p:cNvSpPr>
          <p:nvPr/>
        </p:nvSpPr>
        <p:spPr>
          <a:xfrm>
            <a:off x="4217017" y="952500"/>
            <a:ext cx="3757966" cy="4953000"/>
          </a:xfrm>
          <a:prstGeom prst="roundRect">
            <a:avLst>
              <a:gd name="adj" fmla="val 3200"/>
            </a:avLst>
          </a:prstGeom>
          <a:solidFill>
            <a:srgbClr val="FFFEFC"/>
          </a:solidFill>
          <a:ln w="9525">
            <a:solidFill>
              <a:srgbClr val="F9E7CE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291561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99" descr="{&quot;source_deck&quot;:&quot;李佳3_视觉OCR快速可编辑复刻.pptx&quot;,&quot;source_slide&quot;:1,&quot;source_shape_id&quot;:10,&quot;category&quot;:&quot;cards&quot;,&quot;id&quot;:&quot;card-0099&quot;}">
            <a:extLst>
              <a:ext uri="{FF2B5EF4-FFF2-40B4-BE49-F238E27FC236}">
                <a16:creationId xmlns:a16="http://schemas.microsoft.com/office/drawing/2014/main" id="{CA4ED3C1-7D0B-1429-0CCD-58319AC877A4}"/>
              </a:ext>
            </a:extLst>
          </p:cNvPr>
          <p:cNvSpPr>
            <a:spLocks noGrp="1" noChangeAspect="1"/>
          </p:cNvSpPr>
          <p:nvPr/>
        </p:nvSpPr>
        <p:spPr>
          <a:xfrm>
            <a:off x="4175679" y="952500"/>
            <a:ext cx="3840642" cy="4953000"/>
          </a:xfrm>
          <a:prstGeom prst="roundRect">
            <a:avLst>
              <a:gd name="adj" fmla="val 3131"/>
            </a:avLst>
          </a:prstGeom>
          <a:solidFill>
            <a:srgbClr val="FFFFFF"/>
          </a:solidFill>
          <a:ln w="9525">
            <a:solidFill>
              <a:srgbClr val="D4E5FB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182722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63" descr="{&quot;source_deck&quot;:&quot;李佳3_视觉OCR快速可编辑复刻.pptx&quot;,&quot;source_slide&quot;:1,&quot;source_shape_id&quot;:30,&quot;category&quot;:&quot;cards&quot;,&quot;id&quot;:&quot;card-0063&quot;}">
            <a:extLst>
              <a:ext uri="{FF2B5EF4-FFF2-40B4-BE49-F238E27FC236}">
                <a16:creationId xmlns:a16="http://schemas.microsoft.com/office/drawing/2014/main" id="{C979ADFF-7B03-1F0A-EC68-ACC67617A3F5}"/>
              </a:ext>
            </a:extLst>
          </p:cNvPr>
          <p:cNvSpPr>
            <a:spLocks noGrp="1"/>
          </p:cNvSpPr>
          <p:nvPr/>
        </p:nvSpPr>
        <p:spPr>
          <a:xfrm>
            <a:off x="5538788" y="3109913"/>
            <a:ext cx="1114425" cy="638175"/>
          </a:xfrm>
          <a:prstGeom prst="roundRect">
            <a:avLst>
              <a:gd name="adj" fmla="val 14925"/>
            </a:avLst>
          </a:prstGeom>
          <a:solidFill>
            <a:srgbClr val="F7FBFF"/>
          </a:solidFill>
          <a:ln w="9525">
            <a:solidFill>
              <a:srgbClr val="A7C8FA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071201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15" descr="{&quot;source_deck&quot;:&quot;李佳3_视觉OCR快速可编辑复刻.pptx&quot;,&quot;source_slide&quot;:1,&quot;source_shape_id&quot;:39,&quot;category&quot;:&quot;cards&quot;,&quot;id&quot;:&quot;card-0015&quot;}">
            <a:extLst>
              <a:ext uri="{FF2B5EF4-FFF2-40B4-BE49-F238E27FC236}">
                <a16:creationId xmlns:a16="http://schemas.microsoft.com/office/drawing/2014/main" id="{FC86D219-0D19-CD3C-9DBE-B297BF5A4983}"/>
              </a:ext>
            </a:extLst>
          </p:cNvPr>
          <p:cNvSpPr>
            <a:spLocks noGrp="1"/>
          </p:cNvSpPr>
          <p:nvPr/>
        </p:nvSpPr>
        <p:spPr>
          <a:xfrm>
            <a:off x="5405438" y="3028950"/>
            <a:ext cx="1381125" cy="8001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25CD4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090039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41" descr="{&quot;source_deck&quot;:&quot;李佳3_视觉OCR快速可编辑复刻.pptx&quot;,&quot;source_slide&quot;:1,&quot;source_shape_id&quot;:42,&quot;category&quot;:&quot;cards&quot;,&quot;id&quot;:&quot;card-0041&quot;}">
            <a:extLst>
              <a:ext uri="{FF2B5EF4-FFF2-40B4-BE49-F238E27FC236}">
                <a16:creationId xmlns:a16="http://schemas.microsoft.com/office/drawing/2014/main" id="{FFA7EE24-F1E1-EA8A-26EF-F043CF013A0E}"/>
              </a:ext>
            </a:extLst>
          </p:cNvPr>
          <p:cNvSpPr>
            <a:spLocks noGrp="1"/>
          </p:cNvSpPr>
          <p:nvPr/>
        </p:nvSpPr>
        <p:spPr>
          <a:xfrm>
            <a:off x="3910013" y="3148013"/>
            <a:ext cx="4371975" cy="561975"/>
          </a:xfrm>
          <a:prstGeom prst="roundRect">
            <a:avLst>
              <a:gd name="adj" fmla="val 20339"/>
            </a:avLst>
          </a:prstGeom>
          <a:solidFill>
            <a:srgbClr val="EAF3FF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775537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92" descr="{&quot;source_deck&quot;:&quot;李佳3_视觉OCR快速可编辑复刻.pptx&quot;,&quot;source_slide&quot;:1,&quot;source_shape_id&quot;:53,&quot;category&quot;:&quot;cards&quot;,&quot;id&quot;:&quot;card-0092&quot;}">
            <a:extLst>
              <a:ext uri="{FF2B5EF4-FFF2-40B4-BE49-F238E27FC236}">
                <a16:creationId xmlns:a16="http://schemas.microsoft.com/office/drawing/2014/main" id="{87DBF46A-B5BD-0651-41D9-ED45D19C7114}"/>
              </a:ext>
            </a:extLst>
          </p:cNvPr>
          <p:cNvSpPr>
            <a:spLocks noGrp="1"/>
          </p:cNvSpPr>
          <p:nvPr/>
        </p:nvSpPr>
        <p:spPr>
          <a:xfrm>
            <a:off x="5300663" y="1790700"/>
            <a:ext cx="1590675" cy="3276600"/>
          </a:xfrm>
          <a:prstGeom prst="roundRect">
            <a:avLst>
              <a:gd name="adj" fmla="val 5389"/>
            </a:avLst>
          </a:prstGeom>
          <a:solidFill>
            <a:srgbClr val="FFFDF9"/>
          </a:solidFill>
          <a:ln w="9525">
            <a:solidFill>
              <a:srgbClr val="F6E7D6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257836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39" descr="{&quot;source_deck&quot;:&quot;李佳3_视觉OCR快速可编辑复刻.pptx&quot;,&quot;source_slide&quot;:1,&quot;source_shape_id&quot;:54,&quot;category&quot;:&quot;cards&quot;,&quot;id&quot;:&quot;card-0039&quot;}">
            <a:extLst>
              <a:ext uri="{FF2B5EF4-FFF2-40B4-BE49-F238E27FC236}">
                <a16:creationId xmlns:a16="http://schemas.microsoft.com/office/drawing/2014/main" id="{133F28AB-1F66-9FF6-8C98-CA6FBE389C11}"/>
              </a:ext>
            </a:extLst>
          </p:cNvPr>
          <p:cNvSpPr>
            <a:spLocks noGrp="1"/>
          </p:cNvSpPr>
          <p:nvPr/>
        </p:nvSpPr>
        <p:spPr>
          <a:xfrm>
            <a:off x="5295900" y="1790700"/>
            <a:ext cx="1600200" cy="3276600"/>
          </a:xfrm>
          <a:prstGeom prst="roundRect">
            <a:avLst>
              <a:gd name="adj" fmla="val 5357"/>
            </a:avLst>
          </a:prstGeom>
          <a:solidFill>
            <a:srgbClr val="FBFFF9"/>
          </a:solidFill>
          <a:ln w="9525">
            <a:solidFill>
              <a:srgbClr val="DFEEDB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86881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53" descr="{&quot;source_deck&quot;:&quot;李佳3_视觉OCR快速可编辑复刻.pptx&quot;,&quot;source_slide&quot;:1,&quot;source_shape_id&quot;:55,&quot;category&quot;:&quot;cards&quot;,&quot;id&quot;:&quot;card-0053&quot;}">
            <a:extLst>
              <a:ext uri="{FF2B5EF4-FFF2-40B4-BE49-F238E27FC236}">
                <a16:creationId xmlns:a16="http://schemas.microsoft.com/office/drawing/2014/main" id="{FC76F39A-ACD3-715A-A946-8198504E0456}"/>
              </a:ext>
            </a:extLst>
          </p:cNvPr>
          <p:cNvSpPr>
            <a:spLocks noGrp="1"/>
          </p:cNvSpPr>
          <p:nvPr/>
        </p:nvSpPr>
        <p:spPr>
          <a:xfrm>
            <a:off x="5434013" y="3238500"/>
            <a:ext cx="1323975" cy="381000"/>
          </a:xfrm>
          <a:prstGeom prst="roundRect">
            <a:avLst>
              <a:gd name="adj" fmla="val 25000"/>
            </a:avLst>
          </a:prstGeom>
          <a:solidFill>
            <a:srgbClr val="FFF4E6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65462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88" descr="{&quot;source_deck&quot;:&quot;李佳3_视觉OCR快速可编辑复刻.pptx&quot;,&quot;source_slide&quot;:1,&quot;source_shape_id&quot;:56,&quot;category&quot;:&quot;cards&quot;,&quot;id&quot;:&quot;card-0088&quot;}">
            <a:extLst>
              <a:ext uri="{FF2B5EF4-FFF2-40B4-BE49-F238E27FC236}">
                <a16:creationId xmlns:a16="http://schemas.microsoft.com/office/drawing/2014/main" id="{4AFC49B5-462C-78C5-2CBF-7B0142E2DAB0}"/>
              </a:ext>
            </a:extLst>
          </p:cNvPr>
          <p:cNvSpPr>
            <a:spLocks noGrp="1"/>
          </p:cNvSpPr>
          <p:nvPr/>
        </p:nvSpPr>
        <p:spPr>
          <a:xfrm>
            <a:off x="5434013" y="3238500"/>
            <a:ext cx="1323975" cy="381000"/>
          </a:xfrm>
          <a:prstGeom prst="roundRect">
            <a:avLst>
              <a:gd name="adj" fmla="val 25000"/>
            </a:avLst>
          </a:prstGeom>
          <a:solidFill>
            <a:srgbClr val="EFF9ED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036609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94" descr="{&quot;source_deck&quot;:&quot;李佳3_视觉OCR快速可编辑复刻.pptx&quot;,&quot;source_slide&quot;:1,&quot;source_shape_id&quot;:61,&quot;category&quot;:&quot;cards&quot;,&quot;id&quot;:&quot;card-0094&quot;}">
            <a:extLst>
              <a:ext uri="{FF2B5EF4-FFF2-40B4-BE49-F238E27FC236}">
                <a16:creationId xmlns:a16="http://schemas.microsoft.com/office/drawing/2014/main" id="{D4FA1949-D10D-A86A-85BA-C849DA4F5172}"/>
              </a:ext>
            </a:extLst>
          </p:cNvPr>
          <p:cNvSpPr>
            <a:spLocks noGrp="1"/>
          </p:cNvSpPr>
          <p:nvPr/>
        </p:nvSpPr>
        <p:spPr>
          <a:xfrm>
            <a:off x="5448300" y="3257550"/>
            <a:ext cx="1295400" cy="342900"/>
          </a:xfrm>
          <a:prstGeom prst="roundRect">
            <a:avLst>
              <a:gd name="adj" fmla="val 16667"/>
            </a:avLst>
          </a:prstGeom>
          <a:solidFill>
            <a:srgbClr val="FFFDFB"/>
          </a:solidFill>
          <a:ln w="9525">
            <a:solidFill>
              <a:srgbClr val="F5BA7A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663263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30" descr="{&quot;source_deck&quot;:&quot;李佳3_视觉OCR快速可编辑复刻.pptx&quot;,&quot;source_slide&quot;:1,&quot;source_shape_id&quot;:72,&quot;category&quot;:&quot;cards&quot;,&quot;id&quot;:&quot;card-0030&quot;}">
            <a:extLst>
              <a:ext uri="{FF2B5EF4-FFF2-40B4-BE49-F238E27FC236}">
                <a16:creationId xmlns:a16="http://schemas.microsoft.com/office/drawing/2014/main" id="{F177B01B-A2EA-8BEC-06DD-5DA3886AA5D4}"/>
              </a:ext>
            </a:extLst>
          </p:cNvPr>
          <p:cNvSpPr>
            <a:spLocks noGrp="1"/>
          </p:cNvSpPr>
          <p:nvPr/>
        </p:nvSpPr>
        <p:spPr>
          <a:xfrm>
            <a:off x="5448300" y="3257550"/>
            <a:ext cx="1295400" cy="342900"/>
          </a:xfrm>
          <a:prstGeom prst="roundRect">
            <a:avLst>
              <a:gd name="adj" fmla="val 16667"/>
            </a:avLst>
          </a:prstGeom>
          <a:solidFill>
            <a:srgbClr val="F9FFF8"/>
          </a:solidFill>
          <a:ln w="9525">
            <a:solidFill>
              <a:srgbClr val="91C98A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511216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64" descr="{&quot;source_deck&quot;:&quot;李佳3_视觉OCR快速可编辑复刻.pptx&quot;,&quot;source_slide&quot;:1,&quot;source_shape_id&quot;:84,&quot;category&quot;:&quot;cards&quot;,&quot;id&quot;:&quot;card-0064&quot;}">
            <a:extLst>
              <a:ext uri="{FF2B5EF4-FFF2-40B4-BE49-F238E27FC236}">
                <a16:creationId xmlns:a16="http://schemas.microsoft.com/office/drawing/2014/main" id="{AD1779AA-A8A4-9DEE-C4C4-B8557BD63F8C}"/>
              </a:ext>
            </a:extLst>
          </p:cNvPr>
          <p:cNvSpPr>
            <a:spLocks noGrp="1"/>
          </p:cNvSpPr>
          <p:nvPr/>
        </p:nvSpPr>
        <p:spPr>
          <a:xfrm>
            <a:off x="3938588" y="3148013"/>
            <a:ext cx="4314825" cy="561975"/>
          </a:xfrm>
          <a:prstGeom prst="roundRect">
            <a:avLst>
              <a:gd name="adj" fmla="val 20339"/>
            </a:avLst>
          </a:prstGeom>
          <a:solidFill>
            <a:srgbClr val="FFF5E9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2605263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65" descr="{&quot;source_deck&quot;:&quot;李佳3_视觉OCR快速可编辑复刻.pptx&quot;,&quot;source_slide&quot;:1,&quot;source_shape_id&quot;:122,&quot;category&quot;:&quot;cards&quot;,&quot;id&quot;:&quot;card-0065&quot;}">
            <a:extLst>
              <a:ext uri="{FF2B5EF4-FFF2-40B4-BE49-F238E27FC236}">
                <a16:creationId xmlns:a16="http://schemas.microsoft.com/office/drawing/2014/main" id="{9B61AC1E-881E-129C-DB0C-A200F24BC579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169538"/>
            <a:ext cx="9652000" cy="518925"/>
          </a:xfrm>
          <a:prstGeom prst="roundRect">
            <a:avLst>
              <a:gd name="adj" fmla="val 16471"/>
            </a:avLst>
          </a:prstGeom>
          <a:solidFill>
            <a:srgbClr val="F4F8FF"/>
          </a:solidFill>
          <a:ln w="9525">
            <a:solidFill>
              <a:srgbClr val="CFE0F8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752223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23" descr="{&quot;source_deck&quot;:&quot;识别2-Knight可编辑复刻.pptx&quot;,&quot;source_slide&quot;:1,&quot;source_shape_id&quot;:11,&quot;category&quot;:&quot;cards&quot;,&quot;id&quot;:&quot;card-0023&quot;}">
            <a:extLst>
              <a:ext uri="{FF2B5EF4-FFF2-40B4-BE49-F238E27FC236}">
                <a16:creationId xmlns:a16="http://schemas.microsoft.com/office/drawing/2014/main" id="{E9C0AEAB-CDDD-B590-B36A-E723942131C6}"/>
              </a:ext>
            </a:extLst>
          </p:cNvPr>
          <p:cNvSpPr>
            <a:spLocks noGrp="1"/>
          </p:cNvSpPr>
          <p:nvPr/>
        </p:nvSpPr>
        <p:spPr>
          <a:xfrm>
            <a:off x="5038725" y="3133725"/>
            <a:ext cx="2114550" cy="590550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1F75C2"/>
              </a:gs>
              <a:gs pos="100000">
                <a:srgbClr val="1258A2"/>
              </a:gs>
            </a:gsLst>
            <a:lin ang="0"/>
          </a:gra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126113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46" descr="{&quot;source_deck&quot;:&quot;识别2-Knight可编辑复刻.pptx&quot;,&quot;source_slide&quot;:1,&quot;source_shape_id&quot;:14,&quot;category&quot;:&quot;cards&quot;,&quot;id&quot;:&quot;card-0046&quot;}">
            <a:extLst>
              <a:ext uri="{FF2B5EF4-FFF2-40B4-BE49-F238E27FC236}">
                <a16:creationId xmlns:a16="http://schemas.microsoft.com/office/drawing/2014/main" id="{4A830339-8570-0610-04E1-A7411CB1DDAB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169942"/>
            <a:ext cx="9652000" cy="518116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1430">
            <a:solidFill>
              <a:srgbClr val="5E9BD3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6274871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87" descr="{&quot;source_deck&quot;:&quot;识别2-Knight可编辑复刻.pptx&quot;,&quot;source_slide&quot;:1,&quot;source_shape_id&quot;:16,&quot;category&quot;:&quot;cards&quot;,&quot;id&quot;:&quot;card-0087&quot;}">
            <a:extLst>
              <a:ext uri="{FF2B5EF4-FFF2-40B4-BE49-F238E27FC236}">
                <a16:creationId xmlns:a16="http://schemas.microsoft.com/office/drawing/2014/main" id="{CF48C2AC-FB57-DA93-26B0-A6A44963B1F4}"/>
              </a:ext>
            </a:extLst>
          </p:cNvPr>
          <p:cNvSpPr>
            <a:spLocks noGrp="1"/>
          </p:cNvSpPr>
          <p:nvPr/>
        </p:nvSpPr>
        <p:spPr>
          <a:xfrm>
            <a:off x="3486150" y="2457450"/>
            <a:ext cx="5219700" cy="1943100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1430">
            <a:solidFill>
              <a:srgbClr val="C8D7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</p:spTree>
    <p:custDataLst>
      <p:tags r:id="rId1"/>
    </p:custDataLst>
    <p:extLst>
      <p:ext uri="{BB962C8B-B14F-4D97-AF65-F5344CB8AC3E}">
        <p14:creationId xmlns:p14="http://schemas.microsoft.com/office/powerpoint/2010/main" val="1570764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15" descr="{&quot;source_deck&quot;:&quot;识别2-Knight可编辑复刻.pptx&quot;,&quot;source_slide&quot;:1,&quot;source_shape_id&quot;:17,&quot;category&quot;:&quot;cards&quot;,&quot;id&quot;:&quot;card-0115&quot;}">
            <a:extLst>
              <a:ext uri="{FF2B5EF4-FFF2-40B4-BE49-F238E27FC236}">
                <a16:creationId xmlns:a16="http://schemas.microsoft.com/office/drawing/2014/main" id="{0269083B-AF37-0F2B-9ABC-7AF0319DC6EE}"/>
              </a:ext>
            </a:extLst>
          </p:cNvPr>
          <p:cNvSpPr>
            <a:spLocks noGrp="1"/>
          </p:cNvSpPr>
          <p:nvPr/>
        </p:nvSpPr>
        <p:spPr>
          <a:xfrm>
            <a:off x="5676900" y="3181350"/>
            <a:ext cx="838200" cy="495300"/>
          </a:xfrm>
          <a:custGeom>
            <a:avLst/>
            <a:gdLst/>
            <a:ahLst/>
            <a:cxnLst/>
            <a:rect l="0" t="0" r="0" b="0"/>
            <a:pathLst>
              <a:path w="838200" h="495300">
                <a:moveTo>
                  <a:pt x="0" y="0"/>
                </a:moveTo>
                <a:lnTo>
                  <a:pt x="838200" y="0"/>
                </a:lnTo>
                <a:lnTo>
                  <a:pt x="0" y="495300"/>
                </a:lnTo>
                <a:close/>
              </a:path>
            </a:pathLst>
          </a:custGeom>
          <a:solidFill>
            <a:srgbClr val="1768B5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703881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08" descr="{&quot;source_deck&quot;:&quot;识别2-Knight可编辑复刻.pptx&quot;,&quot;source_slide&quot;:1,&quot;source_shape_id&quot;:25,&quot;category&quot;:&quot;cards&quot;,&quot;id&quot;:&quot;card-0008&quot;}">
            <a:extLst>
              <a:ext uri="{FF2B5EF4-FFF2-40B4-BE49-F238E27FC236}">
                <a16:creationId xmlns:a16="http://schemas.microsoft.com/office/drawing/2014/main" id="{DFB05DF8-7804-9AAB-02A3-872DE7FB4B60}"/>
              </a:ext>
            </a:extLst>
          </p:cNvPr>
          <p:cNvSpPr>
            <a:spLocks noGrp="1"/>
          </p:cNvSpPr>
          <p:nvPr/>
        </p:nvSpPr>
        <p:spPr>
          <a:xfrm>
            <a:off x="3486150" y="2247900"/>
            <a:ext cx="5219700" cy="2362200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1430">
            <a:solidFill>
              <a:srgbClr val="C8D7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</p:spTree>
    <p:custDataLst>
      <p:tags r:id="rId1"/>
    </p:custDataLst>
    <p:extLst>
      <p:ext uri="{BB962C8B-B14F-4D97-AF65-F5344CB8AC3E}">
        <p14:creationId xmlns:p14="http://schemas.microsoft.com/office/powerpoint/2010/main" val="3581506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68" descr="{&quot;source_deck&quot;:&quot;识别2-Knight可编辑复刻.pptx&quot;,&quot;source_slide&quot;:1,&quot;source_shape_id&quot;:35,&quot;category&quot;:&quot;cards&quot;,&quot;id&quot;:&quot;card-0068&quot;}">
            <a:extLst>
              <a:ext uri="{FF2B5EF4-FFF2-40B4-BE49-F238E27FC236}">
                <a16:creationId xmlns:a16="http://schemas.microsoft.com/office/drawing/2014/main" id="{01C8ACD4-BFAF-A48C-2E80-9C27FA9AA2A0}"/>
              </a:ext>
            </a:extLst>
          </p:cNvPr>
          <p:cNvSpPr>
            <a:spLocks noGrp="1"/>
          </p:cNvSpPr>
          <p:nvPr/>
        </p:nvSpPr>
        <p:spPr>
          <a:xfrm>
            <a:off x="2190750" y="1114425"/>
            <a:ext cx="7810500" cy="4629150"/>
          </a:xfrm>
          <a:prstGeom prst="roundRect">
            <a:avLst>
              <a:gd name="adj" fmla="val 2881"/>
            </a:avLst>
          </a:prstGeom>
          <a:solidFill>
            <a:srgbClr val="FFFFFF"/>
          </a:solidFill>
          <a:ln w="11430">
            <a:solidFill>
              <a:srgbClr val="C8D7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</p:spTree>
    <p:custDataLst>
      <p:tags r:id="rId1"/>
    </p:custDataLst>
    <p:extLst>
      <p:ext uri="{BB962C8B-B14F-4D97-AF65-F5344CB8AC3E}">
        <p14:creationId xmlns:p14="http://schemas.microsoft.com/office/powerpoint/2010/main" val="2660373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71" descr="{&quot;source_deck&quot;:&quot;识别2-Knight可编辑复刻.pptx&quot;,&quot;source_slide&quot;:1,&quot;source_shape_id&quot;:81,&quot;category&quot;:&quot;cards&quot;,&quot;id&quot;:&quot;card-0071&quot;}">
            <a:extLst>
              <a:ext uri="{FF2B5EF4-FFF2-40B4-BE49-F238E27FC236}">
                <a16:creationId xmlns:a16="http://schemas.microsoft.com/office/drawing/2014/main" id="{C212B9A2-3014-CEFD-1DD1-6070D084AA4E}"/>
              </a:ext>
            </a:extLst>
          </p:cNvPr>
          <p:cNvSpPr>
            <a:spLocks noGrp="1"/>
          </p:cNvSpPr>
          <p:nvPr/>
        </p:nvSpPr>
        <p:spPr>
          <a:xfrm>
            <a:off x="2400300" y="3057525"/>
            <a:ext cx="7391400" cy="742950"/>
          </a:xfrm>
          <a:prstGeom prst="roundRect">
            <a:avLst>
              <a:gd name="adj" fmla="val 10256"/>
            </a:avLst>
          </a:prstGeom>
          <a:solidFill>
            <a:srgbClr val="EAF3FB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647490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21" descr="{&quot;source_deck&quot;:&quot;识别3-Knight可编辑复刻.pptx&quot;,&quot;source_slide&quot;:1,&quot;source_shape_id&quot;:10,&quot;category&quot;:&quot;cards&quot;,&quot;id&quot;:&quot;card-0021&quot;}">
            <a:extLst>
              <a:ext uri="{FF2B5EF4-FFF2-40B4-BE49-F238E27FC236}">
                <a16:creationId xmlns:a16="http://schemas.microsoft.com/office/drawing/2014/main" id="{D9C64A5D-7989-62C4-870C-B0C0CCF8C6CE}"/>
              </a:ext>
            </a:extLst>
          </p:cNvPr>
          <p:cNvSpPr>
            <a:spLocks noGrp="1"/>
          </p:cNvSpPr>
          <p:nvPr/>
        </p:nvSpPr>
        <p:spPr>
          <a:xfrm>
            <a:off x="4991100" y="3119438"/>
            <a:ext cx="2209800" cy="619125"/>
          </a:xfrm>
          <a:custGeom>
            <a:avLst/>
            <a:gdLst/>
            <a:ahLst/>
            <a:cxnLst/>
            <a:rect l="0" t="0" r="0" b="0"/>
            <a:pathLst>
              <a:path w="2209800" h="619125">
                <a:moveTo>
                  <a:pt x="142875" y="0"/>
                </a:moveTo>
                <a:lnTo>
                  <a:pt x="2076450" y="0"/>
                </a:lnTo>
                <a:lnTo>
                  <a:pt x="2209800" y="190500"/>
                </a:lnTo>
                <a:lnTo>
                  <a:pt x="1971675" y="619125"/>
                </a:lnTo>
                <a:lnTo>
                  <a:pt x="0" y="619125"/>
                </a:lnTo>
                <a:lnTo>
                  <a:pt x="142875" y="171450"/>
                </a:lnTo>
                <a:close/>
              </a:path>
            </a:pathLst>
          </a:custGeom>
          <a:gradFill>
            <a:gsLst>
              <a:gs pos="0">
                <a:srgbClr val="2377C1"/>
              </a:gs>
              <a:gs pos="100000">
                <a:srgbClr val="135AA5"/>
              </a:gs>
            </a:gsLst>
            <a:lin ang="0"/>
          </a:gra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7354284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20" descr="{&quot;source_deck&quot;:&quot;识别3-Knight可编辑复刻.pptx&quot;,&quot;source_slide&quot;:1,&quot;source_shape_id&quot;:43,&quot;category&quot;:&quot;cards&quot;,&quot;id&quot;:&quot;card-0120&quot;}">
            <a:extLst>
              <a:ext uri="{FF2B5EF4-FFF2-40B4-BE49-F238E27FC236}">
                <a16:creationId xmlns:a16="http://schemas.microsoft.com/office/drawing/2014/main" id="{F1E931C1-59BF-B716-3AE2-9AAD8373D8A1}"/>
              </a:ext>
            </a:extLst>
          </p:cNvPr>
          <p:cNvSpPr>
            <a:spLocks noGrp="1"/>
          </p:cNvSpPr>
          <p:nvPr/>
        </p:nvSpPr>
        <p:spPr>
          <a:xfrm>
            <a:off x="3305175" y="2447925"/>
            <a:ext cx="5581650" cy="196215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3810">
            <a:solidFill>
              <a:srgbClr val="F2F5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</p:spTree>
    <p:custDataLst>
      <p:tags r:id="rId1"/>
    </p:custDataLst>
    <p:extLst>
      <p:ext uri="{BB962C8B-B14F-4D97-AF65-F5344CB8AC3E}">
        <p14:creationId xmlns:p14="http://schemas.microsoft.com/office/powerpoint/2010/main" val="4253893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73" descr="{&quot;source_deck&quot;:&quot;识别3-Knight可编辑复刻.pptx&quot;,&quot;source_slide&quot;:1,&quot;source_shape_id&quot;:53,&quot;category&quot;:&quot;cards&quot;,&quot;id&quot;:&quot;card-0073&quot;}">
            <a:extLst>
              <a:ext uri="{FF2B5EF4-FFF2-40B4-BE49-F238E27FC236}">
                <a16:creationId xmlns:a16="http://schemas.microsoft.com/office/drawing/2014/main" id="{2D75FCA1-0204-3B14-537F-E036ADB95A08}"/>
              </a:ext>
            </a:extLst>
          </p:cNvPr>
          <p:cNvSpPr>
            <a:spLocks noGrp="1"/>
          </p:cNvSpPr>
          <p:nvPr/>
        </p:nvSpPr>
        <p:spPr>
          <a:xfrm>
            <a:off x="3305175" y="2457450"/>
            <a:ext cx="5581650" cy="19431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3810">
            <a:solidFill>
              <a:srgbClr val="F2F5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</p:spTree>
    <p:custDataLst>
      <p:tags r:id="rId1"/>
    </p:custDataLst>
    <p:extLst>
      <p:ext uri="{BB962C8B-B14F-4D97-AF65-F5344CB8AC3E}">
        <p14:creationId xmlns:p14="http://schemas.microsoft.com/office/powerpoint/2010/main" val="7971757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95" descr="{&quot;source_deck&quot;:&quot;party-semantic-editable.pptx&quot;,&quot;source_slide&quot;:1,&quot;source_shape_id&quot;:9,&quot;category&quot;:&quot;cards&quot;,&quot;id&quot;:&quot;card-0095&quot;}">
            <a:extLst>
              <a:ext uri="{FF2B5EF4-FFF2-40B4-BE49-F238E27FC236}">
                <a16:creationId xmlns:a16="http://schemas.microsoft.com/office/drawing/2014/main" id="{C9C594C1-150E-15F7-B599-FC86902DB0AE}"/>
              </a:ext>
            </a:extLst>
          </p:cNvPr>
          <p:cNvSpPr>
            <a:spLocks noChangeAspect="1"/>
          </p:cNvSpPr>
          <p:nvPr/>
        </p:nvSpPr>
        <p:spPr>
          <a:xfrm>
            <a:off x="1270000" y="3056512"/>
            <a:ext cx="9652000" cy="7449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0C10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8266023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17" descr="{&quot;source_deck&quot;:&quot;party-semantic-editable.pptx&quot;,&quot;source_slide&quot;:1,&quot;source_shape_id&quot;:10,&quot;category&quot;:&quot;cards&quot;,&quot;id&quot;:&quot;card-0117&quot;}">
            <a:extLst>
              <a:ext uri="{FF2B5EF4-FFF2-40B4-BE49-F238E27FC236}">
                <a16:creationId xmlns:a16="http://schemas.microsoft.com/office/drawing/2014/main" id="{01B036FE-3AD5-C226-B6D6-417AE7796EAD}"/>
              </a:ext>
            </a:extLst>
          </p:cNvPr>
          <p:cNvSpPr>
            <a:spLocks noChangeAspect="1"/>
          </p:cNvSpPr>
          <p:nvPr/>
        </p:nvSpPr>
        <p:spPr>
          <a:xfrm>
            <a:off x="1270000" y="3211114"/>
            <a:ext cx="9652000" cy="435771"/>
          </a:xfrm>
          <a:prstGeom prst="roundRect">
            <a:avLst/>
          </a:prstGeom>
          <a:solidFill>
            <a:srgbClr val="C60000"/>
          </a:solidFill>
          <a:ln w="3175">
            <a:solidFill>
              <a:srgbClr val="C90C10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8235960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12" descr="{&quot;source_deck&quot;:&quot;party-semantic-editable.pptx&quot;,&quot;source_slide&quot;:1,&quot;source_shape_id&quot;:11,&quot;category&quot;:&quot;cards&quot;,&quot;id&quot;:&quot;card-0112&quot;}">
            <a:extLst>
              <a:ext uri="{FF2B5EF4-FFF2-40B4-BE49-F238E27FC236}">
                <a16:creationId xmlns:a16="http://schemas.microsoft.com/office/drawing/2014/main" id="{683C7EC6-DF73-430D-6358-D753FB2C9C5F}"/>
              </a:ext>
            </a:extLst>
          </p:cNvPr>
          <p:cNvSpPr/>
          <p:nvPr/>
        </p:nvSpPr>
        <p:spPr>
          <a:xfrm>
            <a:off x="4312920" y="2747010"/>
            <a:ext cx="3566160" cy="13639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3239516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09" descr="{&quot;source_deck&quot;:&quot;party-semantic-editable.pptx&quot;,&quot;source_slide&quot;:1,&quot;source_shape_id&quot;:17,&quot;category&quot;:&quot;cards&quot;,&quot;id&quot;:&quot;card-0109&quot;}">
            <a:extLst>
              <a:ext uri="{FF2B5EF4-FFF2-40B4-BE49-F238E27FC236}">
                <a16:creationId xmlns:a16="http://schemas.microsoft.com/office/drawing/2014/main" id="{9B6B566A-74C8-3B81-08F7-E2518819693A}"/>
              </a:ext>
            </a:extLst>
          </p:cNvPr>
          <p:cNvSpPr/>
          <p:nvPr/>
        </p:nvSpPr>
        <p:spPr>
          <a:xfrm>
            <a:off x="4324350" y="2674620"/>
            <a:ext cx="35433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4391116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35" descr="{&quot;source_deck&quot;:&quot;party-semantic-editable.pptx&quot;,&quot;source_slide&quot;:1,&quot;source_shape_id&quot;:20,&quot;category&quot;:&quot;cards&quot;,&quot;id&quot;:&quot;card-0035&quot;}">
            <a:extLst>
              <a:ext uri="{FF2B5EF4-FFF2-40B4-BE49-F238E27FC236}">
                <a16:creationId xmlns:a16="http://schemas.microsoft.com/office/drawing/2014/main" id="{5A224A76-57C6-E25C-F78C-58D5AC396494}"/>
              </a:ext>
            </a:extLst>
          </p:cNvPr>
          <p:cNvSpPr/>
          <p:nvPr/>
        </p:nvSpPr>
        <p:spPr>
          <a:xfrm>
            <a:off x="4312920" y="2678430"/>
            <a:ext cx="3566160" cy="1501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994934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04" descr="{&quot;source_deck&quot;:&quot;party-semantic-editable.pptx&quot;,&quot;source_slide&quot;:1,&quot;source_shape_id&quot;:26,&quot;category&quot;:&quot;cards&quot;,&quot;id&quot;:&quot;card-0004&quot;}">
            <a:extLst>
              <a:ext uri="{FF2B5EF4-FFF2-40B4-BE49-F238E27FC236}">
                <a16:creationId xmlns:a16="http://schemas.microsoft.com/office/drawing/2014/main" id="{423BB50B-16F4-0F4A-4359-2A6497311D53}"/>
              </a:ext>
            </a:extLst>
          </p:cNvPr>
          <p:cNvSpPr/>
          <p:nvPr/>
        </p:nvSpPr>
        <p:spPr>
          <a:xfrm>
            <a:off x="4324350" y="2708910"/>
            <a:ext cx="3543300" cy="14401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2621022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22" descr="{&quot;source_deck&quot;:&quot;party-semantic-editable.pptx&quot;,&quot;source_slide&quot;:1,&quot;source_shape_id&quot;:29,&quot;category&quot;:&quot;cards&quot;,&quot;id&quot;:&quot;card-0022&quot;}">
            <a:extLst>
              <a:ext uri="{FF2B5EF4-FFF2-40B4-BE49-F238E27FC236}">
                <a16:creationId xmlns:a16="http://schemas.microsoft.com/office/drawing/2014/main" id="{D7D1EC4B-26F3-C634-2F53-4BC1CC698894}"/>
              </a:ext>
            </a:extLst>
          </p:cNvPr>
          <p:cNvSpPr/>
          <p:nvPr/>
        </p:nvSpPr>
        <p:spPr>
          <a:xfrm>
            <a:off x="4827270" y="3055620"/>
            <a:ext cx="2537460" cy="746760"/>
          </a:xfrm>
          <a:prstGeom prst="roundRect">
            <a:avLst/>
          </a:prstGeom>
          <a:solidFill>
            <a:srgbClr val="C60000"/>
          </a:solidFill>
          <a:ln w="3175">
            <a:solidFill>
              <a:srgbClr val="C60000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2052065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02" descr="{&quot;source_deck&quot;:&quot;七页原图批量可编辑复刻.pptx&quot;,&quot;source_slide&quot;:1,&quot;source_shape_id&quot;:4,&quot;category&quot;:&quot;cards&quot;,&quot;id&quot;:&quot;card-0002&quot;}">
            <a:extLst>
              <a:ext uri="{FF2B5EF4-FFF2-40B4-BE49-F238E27FC236}">
                <a16:creationId xmlns:a16="http://schemas.microsoft.com/office/drawing/2014/main" id="{C81D7715-DCC5-05B5-F88A-63AB0383B80A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2217629"/>
            <a:ext cx="9652000" cy="2422743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9525">
            <a:solidFill>
              <a:srgbClr val="DCE6F1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1478508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52" descr="{&quot;source_deck&quot;:&quot;七页原图批量可编辑复刻.pptx&quot;,&quot;source_slide&quot;:1,&quot;source_shape_id&quot;:5,&quot;category&quot;:&quot;cards&quot;,&quot;id&quot;:&quot;card-0052&quot;}">
            <a:extLst>
              <a:ext uri="{FF2B5EF4-FFF2-40B4-BE49-F238E27FC236}">
                <a16:creationId xmlns:a16="http://schemas.microsoft.com/office/drawing/2014/main" id="{E93FD5E9-C84A-E16D-A087-F0A65EDEFFAF}"/>
              </a:ext>
            </a:extLst>
          </p:cNvPr>
          <p:cNvSpPr>
            <a:spLocks noGrp="1"/>
          </p:cNvSpPr>
          <p:nvPr/>
        </p:nvSpPr>
        <p:spPr>
          <a:xfrm>
            <a:off x="4572986" y="2199210"/>
            <a:ext cx="3046028" cy="2459580"/>
          </a:xfrm>
          <a:prstGeom prst="roundRect">
            <a:avLst>
              <a:gd name="adj" fmla="val 3873"/>
            </a:avLst>
          </a:prstGeom>
          <a:solidFill>
            <a:srgbClr val="FFFDFD"/>
          </a:solidFill>
          <a:ln w="9525">
            <a:solidFill>
              <a:srgbClr val="F4D5D7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0734309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50" descr="{&quot;source_deck&quot;:&quot;七页原图批量可编辑复刻.pptx&quot;,&quot;source_slide&quot;:1,&quot;source_shape_id&quot;:6,&quot;category&quot;:&quot;cards&quot;,&quot;id&quot;:&quot;card-0050&quot;}">
            <a:extLst>
              <a:ext uri="{FF2B5EF4-FFF2-40B4-BE49-F238E27FC236}">
                <a16:creationId xmlns:a16="http://schemas.microsoft.com/office/drawing/2014/main" id="{E5019FE2-BD26-FEEB-CF2B-E13595D07422}"/>
              </a:ext>
            </a:extLst>
          </p:cNvPr>
          <p:cNvSpPr>
            <a:spLocks noGrp="1"/>
          </p:cNvSpPr>
          <p:nvPr/>
        </p:nvSpPr>
        <p:spPr>
          <a:xfrm>
            <a:off x="4721786" y="3113893"/>
            <a:ext cx="2748428" cy="630213"/>
          </a:xfrm>
          <a:prstGeom prst="roundRect">
            <a:avLst>
              <a:gd name="adj" fmla="val 12091"/>
            </a:avLst>
          </a:prstGeom>
          <a:solidFill>
            <a:srgbClr val="FFFDFD"/>
          </a:solidFill>
          <a:ln w="9525">
            <a:solidFill>
              <a:srgbClr val="F48686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9029132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59" descr="{&quot;source_deck&quot;:&quot;七页原图批量可编辑复刻.pptx&quot;,&quot;source_slide&quot;:1,&quot;source_shape_id&quot;:7,&quot;category&quot;:&quot;cards&quot;,&quot;id&quot;:&quot;card-0059&quot;}">
            <a:extLst>
              <a:ext uri="{FF2B5EF4-FFF2-40B4-BE49-F238E27FC236}">
                <a16:creationId xmlns:a16="http://schemas.microsoft.com/office/drawing/2014/main" id="{BB7F0E0D-4C14-460B-F35D-096CFF3F6B3A}"/>
              </a:ext>
            </a:extLst>
          </p:cNvPr>
          <p:cNvSpPr>
            <a:spLocks noGrp="1"/>
          </p:cNvSpPr>
          <p:nvPr/>
        </p:nvSpPr>
        <p:spPr>
          <a:xfrm>
            <a:off x="4572986" y="2199210"/>
            <a:ext cx="3046028" cy="2459580"/>
          </a:xfrm>
          <a:prstGeom prst="roundRect">
            <a:avLst>
              <a:gd name="adj" fmla="val 3873"/>
            </a:avLst>
          </a:prstGeom>
          <a:solidFill>
            <a:srgbClr val="FFFDFD"/>
          </a:solidFill>
          <a:ln w="9525">
            <a:solidFill>
              <a:srgbClr val="F4D5D7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5143359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57" descr="{&quot;source_deck&quot;:&quot;七页原图批量可编辑复刻.pptx&quot;,&quot;source_slide&quot;:1,&quot;source_shape_id&quot;:11,&quot;category&quot;:&quot;cards&quot;,&quot;id&quot;:&quot;card-0057&quot;}">
            <a:extLst>
              <a:ext uri="{FF2B5EF4-FFF2-40B4-BE49-F238E27FC236}">
                <a16:creationId xmlns:a16="http://schemas.microsoft.com/office/drawing/2014/main" id="{F177C7F7-9446-DC46-F3E6-F69E586C6F1C}"/>
              </a:ext>
            </a:extLst>
          </p:cNvPr>
          <p:cNvSpPr>
            <a:spLocks noGrp="1"/>
          </p:cNvSpPr>
          <p:nvPr/>
        </p:nvSpPr>
        <p:spPr>
          <a:xfrm>
            <a:off x="4643010" y="1897233"/>
            <a:ext cx="2905981" cy="3063534"/>
          </a:xfrm>
          <a:prstGeom prst="roundRect">
            <a:avLst>
              <a:gd name="adj" fmla="val 4917"/>
            </a:avLst>
          </a:prstGeom>
          <a:solidFill>
            <a:srgbClr val="FFF8F8"/>
          </a:solidFill>
          <a:ln w="9525">
            <a:solidFill>
              <a:srgbClr val="F3D7D7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7305552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29" descr="{&quot;source_deck&quot;:&quot;七页原图批量可编辑复刻.pptx&quot;,&quot;source_slide&quot;:1,&quot;source_shape_id&quot;:12,&quot;category&quot;:&quot;cards&quot;,&quot;id&quot;:&quot;card-0029&quot;}">
            <a:extLst>
              <a:ext uri="{FF2B5EF4-FFF2-40B4-BE49-F238E27FC236}">
                <a16:creationId xmlns:a16="http://schemas.microsoft.com/office/drawing/2014/main" id="{4F791741-85EE-ED28-AF29-66FF1004DDE8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2048751"/>
            <a:ext cx="9652000" cy="2760498"/>
          </a:xfrm>
          <a:prstGeom prst="roundRect">
            <a:avLst>
              <a:gd name="adj" fmla="val 3329"/>
            </a:avLst>
          </a:prstGeom>
          <a:solidFill>
            <a:srgbClr val="EEF6FF"/>
          </a:solidFill>
          <a:ln w="9525">
            <a:solidFill>
              <a:srgbClr val="C8DCF8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6104702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16" descr="{&quot;source_deck&quot;:&quot;七页原图批量可编辑复刻.pptx&quot;,&quot;source_slide&quot;:1,&quot;source_shape_id&quot;:17,&quot;category&quot;:&quot;cards&quot;,&quot;id&quot;:&quot;card-0016&quot;}">
            <a:extLst>
              <a:ext uri="{FF2B5EF4-FFF2-40B4-BE49-F238E27FC236}">
                <a16:creationId xmlns:a16="http://schemas.microsoft.com/office/drawing/2014/main" id="{72EB9547-BBD7-6257-260C-E4BEDB56E61B}"/>
              </a:ext>
            </a:extLst>
          </p:cNvPr>
          <p:cNvSpPr>
            <a:spLocks noGrp="1"/>
          </p:cNvSpPr>
          <p:nvPr/>
        </p:nvSpPr>
        <p:spPr>
          <a:xfrm>
            <a:off x="4643010" y="1748433"/>
            <a:ext cx="2905981" cy="3361134"/>
          </a:xfrm>
          <a:prstGeom prst="roundRect">
            <a:avLst>
              <a:gd name="adj" fmla="val 4917"/>
            </a:avLst>
          </a:prstGeom>
          <a:solidFill>
            <a:srgbClr val="F5F9FF"/>
          </a:solidFill>
          <a:ln w="9525">
            <a:solidFill>
              <a:srgbClr val="ABC9F4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1495466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84" descr="{&quot;source_deck&quot;:&quot;七页原图批量可编辑复刻.pptx&quot;,&quot;source_slide&quot;:1,&quot;source_shape_id&quot;:18,&quot;category&quot;:&quot;cards&quot;,&quot;id&quot;:&quot;card-0084&quot;}">
            <a:extLst>
              <a:ext uri="{FF2B5EF4-FFF2-40B4-BE49-F238E27FC236}">
                <a16:creationId xmlns:a16="http://schemas.microsoft.com/office/drawing/2014/main" id="{51FA6DEB-FA97-E067-EBBE-0982C85E6D5C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205186"/>
            <a:ext cx="9652000" cy="447629"/>
          </a:xfrm>
          <a:prstGeom prst="roundRect">
            <a:avLst>
              <a:gd name="adj" fmla="val 13603"/>
            </a:avLst>
          </a:prstGeom>
          <a:solidFill>
            <a:srgbClr val="F7FAFF"/>
          </a:solidFill>
          <a:ln w="9525">
            <a:solidFill>
              <a:srgbClr val="DEEAF9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2294692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01" descr="{&quot;source_deck&quot;:&quot;七页原图批量可编辑复刻.pptx&quot;,&quot;source_slide&quot;:2,&quot;source_shape_id&quot;:4,&quot;category&quot;:&quot;cards&quot;,&quot;id&quot;:&quot;card-0001&quot;}">
            <a:extLst>
              <a:ext uri="{FF2B5EF4-FFF2-40B4-BE49-F238E27FC236}">
                <a16:creationId xmlns:a16="http://schemas.microsoft.com/office/drawing/2014/main" id="{3B7A2534-7EEF-7F09-4A33-9BD9398AFC62}"/>
              </a:ext>
            </a:extLst>
          </p:cNvPr>
          <p:cNvSpPr>
            <a:spLocks noGrp="1" noChangeAspect="1"/>
          </p:cNvSpPr>
          <p:nvPr/>
        </p:nvSpPr>
        <p:spPr>
          <a:xfrm>
            <a:off x="4498837" y="952500"/>
            <a:ext cx="3194326" cy="495300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9525">
            <a:solidFill>
              <a:srgbClr val="155DBB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0798338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91" descr="{&quot;source_deck&quot;:&quot;七页原图批量可编辑复刻.pptx&quot;,&quot;source_slide&quot;:2,&quot;source_shape_id&quot;:6,&quot;category&quot;:&quot;cards&quot;,&quot;id&quot;:&quot;card-0091&quot;}">
            <a:extLst>
              <a:ext uri="{FF2B5EF4-FFF2-40B4-BE49-F238E27FC236}">
                <a16:creationId xmlns:a16="http://schemas.microsoft.com/office/drawing/2014/main" id="{FD09E111-D0C0-97A0-7B15-F06CFB2632C0}"/>
              </a:ext>
            </a:extLst>
          </p:cNvPr>
          <p:cNvSpPr>
            <a:spLocks noGrp="1"/>
          </p:cNvSpPr>
          <p:nvPr/>
        </p:nvSpPr>
        <p:spPr>
          <a:xfrm>
            <a:off x="4514850" y="3048000"/>
            <a:ext cx="31623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55DBB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578065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13" descr="{&quot;source_deck&quot;:&quot;七页原图批量可编辑复刻.pptx&quot;,&quot;source_slide&quot;:2,&quot;source_shape_id&quot;:9,&quot;category&quot;:&quot;cards&quot;,&quot;id&quot;:&quot;card-0113&quot;}">
            <a:extLst>
              <a:ext uri="{FF2B5EF4-FFF2-40B4-BE49-F238E27FC236}">
                <a16:creationId xmlns:a16="http://schemas.microsoft.com/office/drawing/2014/main" id="{841A2BC8-64AB-4B9A-6614-80F737B4CAF8}"/>
              </a:ext>
            </a:extLst>
          </p:cNvPr>
          <p:cNvSpPr>
            <a:spLocks noGrp="1"/>
          </p:cNvSpPr>
          <p:nvPr/>
        </p:nvSpPr>
        <p:spPr>
          <a:xfrm>
            <a:off x="4533900" y="3243263"/>
            <a:ext cx="3124200" cy="371475"/>
          </a:xfrm>
          <a:prstGeom prst="roundRect">
            <a:avLst>
              <a:gd name="adj" fmla="val 20513"/>
            </a:avLst>
          </a:prstGeom>
          <a:solidFill>
            <a:srgbClr val="155DBB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0220222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32" descr="{&quot;source_deck&quot;:&quot;七页原图批量可编辑复刻.pptx&quot;,&quot;source_slide&quot;:2,&quot;source_shape_id&quot;:10,&quot;category&quot;:&quot;cards&quot;,&quot;id&quot;:&quot;card-0032&quot;}">
            <a:extLst>
              <a:ext uri="{FF2B5EF4-FFF2-40B4-BE49-F238E27FC236}">
                <a16:creationId xmlns:a16="http://schemas.microsoft.com/office/drawing/2014/main" id="{37461981-E8B2-8447-A00B-C3A7BF3E62AA}"/>
              </a:ext>
            </a:extLst>
          </p:cNvPr>
          <p:cNvSpPr>
            <a:spLocks noGrp="1" noChangeAspect="1"/>
          </p:cNvSpPr>
          <p:nvPr/>
        </p:nvSpPr>
        <p:spPr>
          <a:xfrm>
            <a:off x="4498837" y="952500"/>
            <a:ext cx="3194326" cy="495300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9525">
            <a:solidFill>
              <a:srgbClr val="17864A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0358877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18" descr="{&quot;source_deck&quot;:&quot;七页原图批量可编辑复刻.pptx&quot;,&quot;source_slide&quot;:2,&quot;source_shape_id&quot;:12,&quot;category&quot;:&quot;cards&quot;,&quot;id&quot;:&quot;card-0118&quot;}">
            <a:extLst>
              <a:ext uri="{FF2B5EF4-FFF2-40B4-BE49-F238E27FC236}">
                <a16:creationId xmlns:a16="http://schemas.microsoft.com/office/drawing/2014/main" id="{54D3D899-41B2-D16E-6D07-84FB10C8DB60}"/>
              </a:ext>
            </a:extLst>
          </p:cNvPr>
          <p:cNvSpPr>
            <a:spLocks noGrp="1"/>
          </p:cNvSpPr>
          <p:nvPr/>
        </p:nvSpPr>
        <p:spPr>
          <a:xfrm>
            <a:off x="4514850" y="3048000"/>
            <a:ext cx="31623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7864A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3798794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36" descr="{&quot;source_deck&quot;:&quot;七页原图批量可编辑复刻.pptx&quot;,&quot;source_slide&quot;:2,&quot;source_shape_id&quot;:15,&quot;category&quot;:&quot;cards&quot;,&quot;id&quot;:&quot;card-0036&quot;}">
            <a:extLst>
              <a:ext uri="{FF2B5EF4-FFF2-40B4-BE49-F238E27FC236}">
                <a16:creationId xmlns:a16="http://schemas.microsoft.com/office/drawing/2014/main" id="{4B6AD88A-278B-AD40-B776-FE4FB6E0CF16}"/>
              </a:ext>
            </a:extLst>
          </p:cNvPr>
          <p:cNvSpPr>
            <a:spLocks noGrp="1"/>
          </p:cNvSpPr>
          <p:nvPr/>
        </p:nvSpPr>
        <p:spPr>
          <a:xfrm>
            <a:off x="4533900" y="3243263"/>
            <a:ext cx="3124200" cy="371475"/>
          </a:xfrm>
          <a:prstGeom prst="roundRect">
            <a:avLst>
              <a:gd name="adj" fmla="val 20513"/>
            </a:avLst>
          </a:prstGeom>
          <a:solidFill>
            <a:srgbClr val="17864A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4538450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00" descr="{&quot;source_deck&quot;:&quot;七页原图批量可编辑复刻.pptx&quot;,&quot;source_slide&quot;:2,&quot;source_shape_id&quot;:16,&quot;category&quot;:&quot;cards&quot;,&quot;id&quot;:&quot;card-0100&quot;}">
            <a:extLst>
              <a:ext uri="{FF2B5EF4-FFF2-40B4-BE49-F238E27FC236}">
                <a16:creationId xmlns:a16="http://schemas.microsoft.com/office/drawing/2014/main" id="{66EEE3DA-8D48-2A25-B831-8B3C9D7F6883}"/>
              </a:ext>
            </a:extLst>
          </p:cNvPr>
          <p:cNvSpPr>
            <a:spLocks noGrp="1" noChangeAspect="1"/>
          </p:cNvSpPr>
          <p:nvPr/>
        </p:nvSpPr>
        <p:spPr>
          <a:xfrm>
            <a:off x="4498837" y="952500"/>
            <a:ext cx="3194326" cy="495300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9525">
            <a:solidFill>
              <a:srgbClr val="F08313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5031227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61" descr="{&quot;source_deck&quot;:&quot;七页原图批量可编辑复刻.pptx&quot;,&quot;source_slide&quot;:2,&quot;source_shape_id&quot;:18,&quot;category&quot;:&quot;cards&quot;,&quot;id&quot;:&quot;card-0061&quot;}">
            <a:extLst>
              <a:ext uri="{FF2B5EF4-FFF2-40B4-BE49-F238E27FC236}">
                <a16:creationId xmlns:a16="http://schemas.microsoft.com/office/drawing/2014/main" id="{63AA0D03-D80D-D01D-4943-2AC7D4A929C5}"/>
              </a:ext>
            </a:extLst>
          </p:cNvPr>
          <p:cNvSpPr>
            <a:spLocks noGrp="1"/>
          </p:cNvSpPr>
          <p:nvPr/>
        </p:nvSpPr>
        <p:spPr>
          <a:xfrm>
            <a:off x="4514850" y="3048000"/>
            <a:ext cx="31623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F08313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7693787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97" descr="{&quot;source_deck&quot;:&quot;七页原图批量可编辑复刻.pptx&quot;,&quot;source_slide&quot;:2,&quot;source_shape_id&quot;:21,&quot;category&quot;:&quot;cards&quot;,&quot;id&quot;:&quot;card-0097&quot;}">
            <a:extLst>
              <a:ext uri="{FF2B5EF4-FFF2-40B4-BE49-F238E27FC236}">
                <a16:creationId xmlns:a16="http://schemas.microsoft.com/office/drawing/2014/main" id="{BBEE503E-3E46-66A1-49BD-E2C525F4225C}"/>
              </a:ext>
            </a:extLst>
          </p:cNvPr>
          <p:cNvSpPr>
            <a:spLocks noGrp="1"/>
          </p:cNvSpPr>
          <p:nvPr/>
        </p:nvSpPr>
        <p:spPr>
          <a:xfrm>
            <a:off x="4533900" y="3243263"/>
            <a:ext cx="3124200" cy="371475"/>
          </a:xfrm>
          <a:prstGeom prst="roundRect">
            <a:avLst>
              <a:gd name="adj" fmla="val 20513"/>
            </a:avLst>
          </a:prstGeom>
          <a:solidFill>
            <a:srgbClr val="F08313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0312132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55" descr="{&quot;source_deck&quot;:&quot;七页原图批量可编辑复刻.pptx&quot;,&quot;source_slide&quot;:2,&quot;source_shape_id&quot;:22,&quot;category&quot;:&quot;cards&quot;,&quot;id&quot;:&quot;card-0055&quot;}">
            <a:extLst>
              <a:ext uri="{FF2B5EF4-FFF2-40B4-BE49-F238E27FC236}">
                <a16:creationId xmlns:a16="http://schemas.microsoft.com/office/drawing/2014/main" id="{6B0A4625-EEF3-5670-8534-B93282932622}"/>
              </a:ext>
            </a:extLst>
          </p:cNvPr>
          <p:cNvSpPr>
            <a:spLocks noGrp="1" noChangeAspect="1"/>
          </p:cNvSpPr>
          <p:nvPr/>
        </p:nvSpPr>
        <p:spPr>
          <a:xfrm>
            <a:off x="4498837" y="952500"/>
            <a:ext cx="3194326" cy="495300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9525">
            <a:solidFill>
              <a:srgbClr val="6742D7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8103976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54" descr="{&quot;source_deck&quot;:&quot;七页原图批量可编辑复刻.pptx&quot;,&quot;source_slide&quot;:2,&quot;source_shape_id&quot;:24,&quot;category&quot;:&quot;cards&quot;,&quot;id&quot;:&quot;card-0054&quot;}">
            <a:extLst>
              <a:ext uri="{FF2B5EF4-FFF2-40B4-BE49-F238E27FC236}">
                <a16:creationId xmlns:a16="http://schemas.microsoft.com/office/drawing/2014/main" id="{6B48D45B-F664-BDA7-B080-B6A2367D70AD}"/>
              </a:ext>
            </a:extLst>
          </p:cNvPr>
          <p:cNvSpPr>
            <a:spLocks noGrp="1"/>
          </p:cNvSpPr>
          <p:nvPr/>
        </p:nvSpPr>
        <p:spPr>
          <a:xfrm>
            <a:off x="4514850" y="3048000"/>
            <a:ext cx="31623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6742D7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4470155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13" descr="{&quot;source_deck&quot;:&quot;七页原图批量可编辑复刻.pptx&quot;,&quot;source_slide&quot;:2,&quot;source_shape_id&quot;:27,&quot;category&quot;:&quot;cards&quot;,&quot;id&quot;:&quot;card-0013&quot;}">
            <a:extLst>
              <a:ext uri="{FF2B5EF4-FFF2-40B4-BE49-F238E27FC236}">
                <a16:creationId xmlns:a16="http://schemas.microsoft.com/office/drawing/2014/main" id="{D351C3D3-16CD-6A78-4E8B-586F9BF1CBD5}"/>
              </a:ext>
            </a:extLst>
          </p:cNvPr>
          <p:cNvSpPr>
            <a:spLocks noGrp="1"/>
          </p:cNvSpPr>
          <p:nvPr/>
        </p:nvSpPr>
        <p:spPr>
          <a:xfrm>
            <a:off x="4533900" y="3243263"/>
            <a:ext cx="3124200" cy="371475"/>
          </a:xfrm>
          <a:prstGeom prst="roundRect">
            <a:avLst>
              <a:gd name="adj" fmla="val 20513"/>
            </a:avLst>
          </a:prstGeom>
          <a:solidFill>
            <a:srgbClr val="6742D7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0789974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05" descr="{&quot;source_deck&quot;:&quot;七页原图批量可编辑复刻.pptx&quot;,&quot;source_slide&quot;:2,&quot;source_shape_id&quot;:28,&quot;category&quot;:&quot;cards&quot;,&quot;id&quot;:&quot;card-0105&quot;}">
            <a:extLst>
              <a:ext uri="{FF2B5EF4-FFF2-40B4-BE49-F238E27FC236}">
                <a16:creationId xmlns:a16="http://schemas.microsoft.com/office/drawing/2014/main" id="{AD5BE705-73CC-37E3-6454-6BD414306A37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242788"/>
            <a:ext cx="9652000" cy="372424"/>
          </a:xfrm>
          <a:prstGeom prst="roundRect">
            <a:avLst>
              <a:gd name="adj" fmla="val 16667"/>
            </a:avLst>
          </a:prstGeom>
          <a:solidFill>
            <a:srgbClr val="F5F9FF"/>
          </a:solidFill>
          <a:ln w="9525">
            <a:solidFill>
              <a:srgbClr val="B8D3F4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1999763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07" descr="{&quot;source_deck&quot;:&quot;七页原图批量可编辑复刻.pptx&quot;,&quot;source_slide&quot;:2,&quot;source_shape_id&quot;:29,&quot;category&quot;:&quot;cards&quot;,&quot;id&quot;:&quot;card-0007&quot;}">
            <a:extLst>
              <a:ext uri="{FF2B5EF4-FFF2-40B4-BE49-F238E27FC236}">
                <a16:creationId xmlns:a16="http://schemas.microsoft.com/office/drawing/2014/main" id="{672D3B4B-8160-69A4-22DC-0BFBE42F0685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155889"/>
            <a:ext cx="9652000" cy="546223"/>
          </a:xfrm>
          <a:prstGeom prst="roundRect">
            <a:avLst>
              <a:gd name="adj" fmla="val 11364"/>
            </a:avLst>
          </a:prstGeom>
          <a:solidFill>
            <a:srgbClr val="F9FBFF"/>
          </a:solidFill>
          <a:ln w="9525">
            <a:solidFill>
              <a:srgbClr val="D5E5FA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1928844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62" descr="{&quot;source_deck&quot;:&quot;七页原图批量可编辑复刻.pptx&quot;,&quot;source_slide&quot;:3,&quot;source_shape_id&quot;:6,&quot;category&quot;:&quot;cards&quot;,&quot;id&quot;:&quot;card-0062&quot;}">
            <a:extLst>
              <a:ext uri="{FF2B5EF4-FFF2-40B4-BE49-F238E27FC236}">
                <a16:creationId xmlns:a16="http://schemas.microsoft.com/office/drawing/2014/main" id="{FE9227D6-5F4C-3B5B-A7C5-31D31D14D147}"/>
              </a:ext>
            </a:extLst>
          </p:cNvPr>
          <p:cNvSpPr>
            <a:spLocks noGrp="1" noChangeAspect="1"/>
          </p:cNvSpPr>
          <p:nvPr/>
        </p:nvSpPr>
        <p:spPr>
          <a:xfrm>
            <a:off x="4217017" y="952500"/>
            <a:ext cx="3757966" cy="495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4E5FB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0823169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90" descr="{&quot;source_deck&quot;:&quot;七页原图批量可编辑复刻.pptx&quot;,&quot;source_slide&quot;:3,&quot;source_shape_id&quot;:13,&quot;category&quot;:&quot;cards&quot;,&quot;id&quot;:&quot;card-0090&quot;}">
            <a:extLst>
              <a:ext uri="{FF2B5EF4-FFF2-40B4-BE49-F238E27FC236}">
                <a16:creationId xmlns:a16="http://schemas.microsoft.com/office/drawing/2014/main" id="{79E4E5CB-0A87-5AB7-AA6D-2AE6E2F9FEC0}"/>
              </a:ext>
            </a:extLst>
          </p:cNvPr>
          <p:cNvSpPr>
            <a:spLocks noGrp="1"/>
          </p:cNvSpPr>
          <p:nvPr/>
        </p:nvSpPr>
        <p:spPr>
          <a:xfrm>
            <a:off x="5300663" y="1790700"/>
            <a:ext cx="1590675" cy="3276600"/>
          </a:xfrm>
          <a:prstGeom prst="roundRect">
            <a:avLst>
              <a:gd name="adj" fmla="val 5389"/>
            </a:avLst>
          </a:prstGeom>
          <a:solidFill>
            <a:srgbClr val="FFFDF9"/>
          </a:solidFill>
          <a:ln w="9525">
            <a:solidFill>
              <a:srgbClr val="E3E7E0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3800889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66" descr="{&quot;source_deck&quot;:&quot;七页原图批量可编辑复刻.pptx&quot;,&quot;source_slide&quot;:3,&quot;source_shape_id&quot;:14,&quot;category&quot;:&quot;cards&quot;,&quot;id&quot;:&quot;card-0066&quot;}">
            <a:extLst>
              <a:ext uri="{FF2B5EF4-FFF2-40B4-BE49-F238E27FC236}">
                <a16:creationId xmlns:a16="http://schemas.microsoft.com/office/drawing/2014/main" id="{1D7E7624-76F2-B3C6-A431-8569A68CAD56}"/>
              </a:ext>
            </a:extLst>
          </p:cNvPr>
          <p:cNvSpPr>
            <a:spLocks noGrp="1"/>
          </p:cNvSpPr>
          <p:nvPr/>
        </p:nvSpPr>
        <p:spPr>
          <a:xfrm>
            <a:off x="5448300" y="3257550"/>
            <a:ext cx="12954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F08313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3392170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14" descr="{&quot;source_deck&quot;:&quot;七页原图批量可编辑复刻.pptx&quot;,&quot;source_slide&quot;:3,&quot;source_shape_id&quot;:19,&quot;category&quot;:&quot;cards&quot;,&quot;id&quot;:&quot;card-0014&quot;}">
            <a:extLst>
              <a:ext uri="{FF2B5EF4-FFF2-40B4-BE49-F238E27FC236}">
                <a16:creationId xmlns:a16="http://schemas.microsoft.com/office/drawing/2014/main" id="{B5DE55C1-7035-0B43-2A3C-0B56AB948C31}"/>
              </a:ext>
            </a:extLst>
          </p:cNvPr>
          <p:cNvSpPr>
            <a:spLocks noGrp="1"/>
          </p:cNvSpPr>
          <p:nvPr/>
        </p:nvSpPr>
        <p:spPr>
          <a:xfrm>
            <a:off x="5448300" y="3257550"/>
            <a:ext cx="12954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7864A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0884317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31" descr="{&quot;source_deck&quot;:&quot;七页原图批量可编辑复刻.pptx&quot;,&quot;source_slide&quot;:4,&quot;source_shape_id&quot;:3,&quot;category&quot;:&quot;cards&quot;,&quot;id&quot;:&quot;card-0031&quot;}">
            <a:extLst>
              <a:ext uri="{FF2B5EF4-FFF2-40B4-BE49-F238E27FC236}">
                <a16:creationId xmlns:a16="http://schemas.microsoft.com/office/drawing/2014/main" id="{A6FBE8A9-45A7-E941-7077-A38659149390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212960"/>
            <a:ext cx="9652000" cy="43208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6DA6EA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80241836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01" descr="{&quot;source_deck&quot;:&quot;七页原图批量可编辑复刻.pptx&quot;,&quot;source_slide&quot;:4,&quot;source_shape_id&quot;:5,&quot;category&quot;:&quot;cards&quot;,&quot;id&quot;:&quot;card-0101&quot;}">
            <a:extLst>
              <a:ext uri="{FF2B5EF4-FFF2-40B4-BE49-F238E27FC236}">
                <a16:creationId xmlns:a16="http://schemas.microsoft.com/office/drawing/2014/main" id="{01EE0470-BA23-A21B-642C-829D2D0F2544}"/>
              </a:ext>
            </a:extLst>
          </p:cNvPr>
          <p:cNvSpPr>
            <a:spLocks noGrp="1" noChangeAspect="1"/>
          </p:cNvSpPr>
          <p:nvPr/>
        </p:nvSpPr>
        <p:spPr>
          <a:xfrm>
            <a:off x="3522209" y="952500"/>
            <a:ext cx="5147582" cy="4953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5E1EF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2557543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98" descr="{&quot;source_deck&quot;:&quot;七页原图批量可编辑复刻.pptx&quot;,&quot;source_slide&quot;:4,&quot;source_shape_id&quot;:6,&quot;category&quot;:&quot;cards&quot;,&quot;id&quot;:&quot;card-0098&quot;}">
            <a:extLst>
              <a:ext uri="{FF2B5EF4-FFF2-40B4-BE49-F238E27FC236}">
                <a16:creationId xmlns:a16="http://schemas.microsoft.com/office/drawing/2014/main" id="{FF39EE26-3E36-D657-EFA6-E3C34538D46E}"/>
              </a:ext>
            </a:extLst>
          </p:cNvPr>
          <p:cNvSpPr>
            <a:spLocks noGrp="1"/>
          </p:cNvSpPr>
          <p:nvPr/>
        </p:nvSpPr>
        <p:spPr>
          <a:xfrm>
            <a:off x="2143125" y="2667000"/>
            <a:ext cx="79057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E1EF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9430190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69" descr="{&quot;source_deck&quot;:&quot;七页原图批量可编辑复刻.pptx&quot;,&quot;source_slide&quot;:4,&quot;source_shape_id&quot;:9,&quot;category&quot;:&quot;cards&quot;,&quot;id&quot;:&quot;card-0069&quot;}">
            <a:extLst>
              <a:ext uri="{FF2B5EF4-FFF2-40B4-BE49-F238E27FC236}">
                <a16:creationId xmlns:a16="http://schemas.microsoft.com/office/drawing/2014/main" id="{1E1B37E1-4EA0-4904-7454-665B5E5DC6F0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158001"/>
            <a:ext cx="9652000" cy="541997"/>
          </a:xfrm>
          <a:prstGeom prst="roundRect">
            <a:avLst>
              <a:gd name="adj" fmla="val 16438"/>
            </a:avLst>
          </a:prstGeom>
          <a:solidFill>
            <a:srgbClr val="1665C1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64299365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78" descr="{&quot;source_deck&quot;:&quot;七页原图批量可编辑复刻.pptx&quot;,&quot;source_slide&quot;:5,&quot;source_shape_id&quot;:4,&quot;category&quot;:&quot;cards&quot;,&quot;id&quot;:&quot;card-0078&quot;}">
            <a:extLst>
              <a:ext uri="{FF2B5EF4-FFF2-40B4-BE49-F238E27FC236}">
                <a16:creationId xmlns:a16="http://schemas.microsoft.com/office/drawing/2014/main" id="{7DAE850A-33DB-5F43-CF1E-951519E763B8}"/>
              </a:ext>
            </a:extLst>
          </p:cNvPr>
          <p:cNvSpPr>
            <a:spLocks noGrp="1"/>
          </p:cNvSpPr>
          <p:nvPr/>
        </p:nvSpPr>
        <p:spPr>
          <a:xfrm>
            <a:off x="3386138" y="2428875"/>
            <a:ext cx="5419725" cy="20002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4E0EE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578780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79" descr="{&quot;source_deck&quot;:&quot;七页原图批量可编辑复刻.pptx&quot;,&quot;source_slide&quot;:5,&quot;source_shape_id&quot;:6,&quot;category&quot;:&quot;cards&quot;,&quot;id&quot;:&quot;card-0079&quot;}">
            <a:extLst>
              <a:ext uri="{FF2B5EF4-FFF2-40B4-BE49-F238E27FC236}">
                <a16:creationId xmlns:a16="http://schemas.microsoft.com/office/drawing/2014/main" id="{F445D914-5032-13B2-8800-B13E2575852F}"/>
              </a:ext>
            </a:extLst>
          </p:cNvPr>
          <p:cNvSpPr>
            <a:spLocks noGrp="1"/>
          </p:cNvSpPr>
          <p:nvPr/>
        </p:nvSpPr>
        <p:spPr>
          <a:xfrm>
            <a:off x="2038350" y="1009650"/>
            <a:ext cx="8115300" cy="4838700"/>
          </a:xfrm>
          <a:prstGeom prst="roundRect">
            <a:avLst>
              <a:gd name="adj" fmla="val 2953"/>
            </a:avLst>
          </a:prstGeom>
          <a:solidFill>
            <a:srgbClr val="FFFFFF"/>
          </a:solidFill>
          <a:ln w="9525">
            <a:solidFill>
              <a:srgbClr val="D4E0EE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5724014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49" descr="{&quot;source_deck&quot;:&quot;七页原图批量可编辑复刻.pptx&quot;,&quot;source_slide&quot;:5,&quot;source_shape_id&quot;:12,&quot;category&quot;:&quot;cards&quot;,&quot;id&quot;:&quot;card-0049&quot;}">
            <a:extLst>
              <a:ext uri="{FF2B5EF4-FFF2-40B4-BE49-F238E27FC236}">
                <a16:creationId xmlns:a16="http://schemas.microsoft.com/office/drawing/2014/main" id="{E457EE6B-4A9D-BFBD-AFA9-4E5BA090FE98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075617"/>
            <a:ext cx="9652000" cy="706766"/>
          </a:xfrm>
          <a:prstGeom prst="roundRect">
            <a:avLst>
              <a:gd name="adj" fmla="val 12121"/>
            </a:avLst>
          </a:prstGeom>
          <a:solidFill>
            <a:srgbClr val="F7FBFF"/>
          </a:solidFill>
          <a:ln w="9525">
            <a:solidFill>
              <a:srgbClr val="CFE0F8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3963903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85" descr="{&quot;source_deck&quot;:&quot;七页原图批量可编辑复刻.pptx&quot;,&quot;source_slide&quot;:6,&quot;source_shape_id&quot;:4,&quot;category&quot;:&quot;cards&quot;,&quot;id&quot;:&quot;card-0085&quot;}">
            <a:extLst>
              <a:ext uri="{FF2B5EF4-FFF2-40B4-BE49-F238E27FC236}">
                <a16:creationId xmlns:a16="http://schemas.microsoft.com/office/drawing/2014/main" id="{CE21B4A9-10FE-B574-726D-CF8CF3698A7B}"/>
              </a:ext>
            </a:extLst>
          </p:cNvPr>
          <p:cNvSpPr>
            <a:spLocks noGrp="1"/>
          </p:cNvSpPr>
          <p:nvPr/>
        </p:nvSpPr>
        <p:spPr>
          <a:xfrm>
            <a:off x="4048125" y="1571625"/>
            <a:ext cx="4095750" cy="3714750"/>
          </a:xfrm>
          <a:prstGeom prst="roundRect">
            <a:avLst>
              <a:gd name="adj" fmla="val 3590"/>
            </a:avLst>
          </a:prstGeom>
          <a:solidFill>
            <a:srgbClr val="F8FBFF"/>
          </a:solidFill>
          <a:ln w="9525">
            <a:solidFill>
              <a:srgbClr val="D7E6F8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1523690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24" descr="{&quot;source_deck&quot;:&quot;七页原图批量可编辑复刻.pptx&quot;,&quot;source_slide&quot;:6,&quot;source_shape_id&quot;:5,&quot;category&quot;:&quot;cards&quot;,&quot;id&quot;:&quot;card-0024&quot;}">
            <a:extLst>
              <a:ext uri="{FF2B5EF4-FFF2-40B4-BE49-F238E27FC236}">
                <a16:creationId xmlns:a16="http://schemas.microsoft.com/office/drawing/2014/main" id="{B0296EAF-A88C-82D6-4D5A-D95FAE747EF7}"/>
              </a:ext>
            </a:extLst>
          </p:cNvPr>
          <p:cNvSpPr>
            <a:spLocks noGrp="1"/>
          </p:cNvSpPr>
          <p:nvPr/>
        </p:nvSpPr>
        <p:spPr>
          <a:xfrm>
            <a:off x="4071938" y="2857500"/>
            <a:ext cx="4048125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6F8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1294173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47" descr="{&quot;source_deck&quot;:&quot;七页原图批量可编辑复刻.pptx&quot;,&quot;source_slide&quot;:6,&quot;source_shape_id&quot;:8,&quot;category&quot;:&quot;cards&quot;,&quot;id&quot;:&quot;card-0047&quot;}">
            <a:extLst>
              <a:ext uri="{FF2B5EF4-FFF2-40B4-BE49-F238E27FC236}">
                <a16:creationId xmlns:a16="http://schemas.microsoft.com/office/drawing/2014/main" id="{2CC2E692-9B52-A4BA-0488-8B04204B09B8}"/>
              </a:ext>
            </a:extLst>
          </p:cNvPr>
          <p:cNvSpPr>
            <a:spLocks noGrp="1"/>
          </p:cNvSpPr>
          <p:nvPr/>
        </p:nvSpPr>
        <p:spPr>
          <a:xfrm>
            <a:off x="3305175" y="2447925"/>
            <a:ext cx="5581650" cy="1962150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9525">
            <a:solidFill>
              <a:srgbClr val="D7E6F8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4876130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06" descr="{&quot;source_deck&quot;:&quot;七页原图批量可编辑复刻.pptx&quot;,&quot;source_slide&quot;:6,&quot;source_shape_id&quot;:10,&quot;category&quot;:&quot;cards&quot;,&quot;id&quot;:&quot;card-0106&quot;}">
            <a:extLst>
              <a:ext uri="{FF2B5EF4-FFF2-40B4-BE49-F238E27FC236}">
                <a16:creationId xmlns:a16="http://schemas.microsoft.com/office/drawing/2014/main" id="{38800989-2FE8-9DCB-0766-F85234117CDC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058795"/>
            <a:ext cx="9652000" cy="740409"/>
          </a:xfrm>
          <a:prstGeom prst="roundRect">
            <a:avLst>
              <a:gd name="adj" fmla="val 10811"/>
            </a:avLst>
          </a:prstGeom>
          <a:solidFill>
            <a:srgbClr val="EAF4FF"/>
          </a:solidFill>
          <a:ln w="9525">
            <a:solidFill>
              <a:srgbClr val="CFE0F8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1133543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37" descr="{&quot;source_deck&quot;:&quot;七页原图批量可编辑复刻.pptx&quot;,&quot;source_slide&quot;:7,&quot;source_shape_id&quot;:2,&quot;category&quot;:&quot;cards&quot;,&quot;id&quot;:&quot;card-0037&quot;}">
            <a:extLst>
              <a:ext uri="{FF2B5EF4-FFF2-40B4-BE49-F238E27FC236}">
                <a16:creationId xmlns:a16="http://schemas.microsoft.com/office/drawing/2014/main" id="{B22C08DC-5D5D-FCE9-94D5-70EEB4BC2ECA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063107"/>
            <a:ext cx="9652000" cy="731786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90F0F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7727579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58" descr="{&quot;source_deck&quot;:&quot;七页原图批量可编辑复刻.pptx&quot;,&quot;source_slide&quot;:7,&quot;source_shape_id&quot;:3,&quot;category&quot;:&quot;cards&quot;,&quot;id&quot;:&quot;card-0058&quot;}">
            <a:extLst>
              <a:ext uri="{FF2B5EF4-FFF2-40B4-BE49-F238E27FC236}">
                <a16:creationId xmlns:a16="http://schemas.microsoft.com/office/drawing/2014/main" id="{F00C6586-E5CE-799F-88A6-D68868DE2D2B}"/>
              </a:ext>
            </a:extLst>
          </p:cNvPr>
          <p:cNvSpPr>
            <a:spLocks noGrp="1"/>
          </p:cNvSpPr>
          <p:nvPr/>
        </p:nvSpPr>
        <p:spPr>
          <a:xfrm>
            <a:off x="4519613" y="2924175"/>
            <a:ext cx="3152775" cy="1009650"/>
          </a:xfrm>
          <a:prstGeom prst="rect">
            <a:avLst/>
          </a:prstGeom>
          <a:solidFill>
            <a:srgbClr val="B70D0D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99155971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04" descr="{&quot;source_deck&quot;:&quot;七页原图批量可编辑复刻.pptx&quot;,&quot;source_slide&quot;:7,&quot;source_shape_id&quot;:4,&quot;category&quot;:&quot;cards&quot;,&quot;id&quot;:&quot;card-0104&quot;}">
            <a:extLst>
              <a:ext uri="{FF2B5EF4-FFF2-40B4-BE49-F238E27FC236}">
                <a16:creationId xmlns:a16="http://schemas.microsoft.com/office/drawing/2014/main" id="{60585C91-8251-5D14-653A-A491CC0E9EFF}"/>
              </a:ext>
            </a:extLst>
          </p:cNvPr>
          <p:cNvSpPr>
            <a:spLocks noGrp="1"/>
          </p:cNvSpPr>
          <p:nvPr/>
        </p:nvSpPr>
        <p:spPr>
          <a:xfrm>
            <a:off x="3771900" y="2466975"/>
            <a:ext cx="4648200" cy="1924050"/>
          </a:xfrm>
          <a:prstGeom prst="roundRect">
            <a:avLst>
              <a:gd name="adj" fmla="val 6931"/>
            </a:avLst>
          </a:prstGeom>
          <a:solidFill>
            <a:srgbClr val="FFFEFC"/>
          </a:solidFill>
          <a:ln w="9525">
            <a:solidFill>
              <a:srgbClr val="F3C49A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1617717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80" descr="{&quot;source_deck&quot;:&quot;七页原图批量可编辑复刻.pptx&quot;,&quot;source_slide&quot;:7,&quot;source_shape_id&quot;:16,&quot;category&quot;:&quot;cards&quot;,&quot;id&quot;:&quot;card-0080&quot;}">
            <a:extLst>
              <a:ext uri="{FF2B5EF4-FFF2-40B4-BE49-F238E27FC236}">
                <a16:creationId xmlns:a16="http://schemas.microsoft.com/office/drawing/2014/main" id="{98A90536-D30E-602F-F9EC-EA47D3883EC2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233437"/>
            <a:ext cx="9652000" cy="391127"/>
          </a:xfrm>
          <a:prstGeom prst="roundRect">
            <a:avLst>
              <a:gd name="adj" fmla="val 19355"/>
            </a:avLst>
          </a:prstGeom>
          <a:solidFill>
            <a:srgbClr val="B70D0D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88810025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19" descr="{&quot;source_deck&quot;:&quot;七页原图批量可编辑复刻.pptx&quot;,&quot;source_slide&quot;:7,&quot;source_shape_id&quot;:60,&quot;category&quot;:&quot;cards&quot;,&quot;id&quot;:&quot;card-0019&quot;}">
            <a:extLst>
              <a:ext uri="{FF2B5EF4-FFF2-40B4-BE49-F238E27FC236}">
                <a16:creationId xmlns:a16="http://schemas.microsoft.com/office/drawing/2014/main" id="{790BF4E2-9040-3644-6156-F53A94705D70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2794000"/>
            <a:ext cx="9652000" cy="1270000"/>
          </a:xfrm>
          <a:prstGeom prst="rect">
            <a:avLst/>
          </a:prstGeom>
          <a:solidFill>
            <a:srgbClr val="FFF9F6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3648664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12" descr="{&quot;source_deck&quot;:&quot;rebuilt-slide-01.pptx&quot;,&quot;source_slide&quot;:1,&quot;source_shape_id&quot;:5,&quot;category&quot;:&quot;cards&quot;,&quot;id&quot;:&quot;card-0012&quot;}">
            <a:extLst>
              <a:ext uri="{FF2B5EF4-FFF2-40B4-BE49-F238E27FC236}">
                <a16:creationId xmlns:a16="http://schemas.microsoft.com/office/drawing/2014/main" id="{960E8052-ADF2-5A49-0A3C-5A6056A42CFD}"/>
              </a:ext>
            </a:extLst>
          </p:cNvPr>
          <p:cNvSpPr/>
          <p:nvPr/>
        </p:nvSpPr>
        <p:spPr>
          <a:xfrm>
            <a:off x="2936748" y="2304288"/>
            <a:ext cx="6318504" cy="22494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7BB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832444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60" descr="{&quot;source_deck&quot;:&quot;rebuilt-slide-01.pptx&quot;,&quot;source_slide&quot;:1,&quot;source_shape_id&quot;:6,&quot;category&quot;:&quot;cards&quot;,&quot;id&quot;:&quot;card-0060&quot;}">
            <a:extLst>
              <a:ext uri="{FF2B5EF4-FFF2-40B4-BE49-F238E27FC236}">
                <a16:creationId xmlns:a16="http://schemas.microsoft.com/office/drawing/2014/main" id="{49A88903-559B-58D5-3772-7F4AEA6B79DB}"/>
              </a:ext>
            </a:extLst>
          </p:cNvPr>
          <p:cNvSpPr/>
          <p:nvPr/>
        </p:nvSpPr>
        <p:spPr>
          <a:xfrm>
            <a:off x="5204460" y="3255264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91663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16" descr="{&quot;source_deck&quot;:&quot;rebuilt-slide-01.pptx&quot;,&quot;source_slide&quot;:1,&quot;source_shape_id&quot;:9,&quot;category&quot;:&quot;cards&quot;,&quot;id&quot;:&quot;card-0116&quot;}">
            <a:extLst>
              <a:ext uri="{FF2B5EF4-FFF2-40B4-BE49-F238E27FC236}">
                <a16:creationId xmlns:a16="http://schemas.microsoft.com/office/drawing/2014/main" id="{5C47AA2C-ED75-5BF5-2353-AD98556489DF}"/>
              </a:ext>
            </a:extLst>
          </p:cNvPr>
          <p:cNvSpPr/>
          <p:nvPr/>
        </p:nvSpPr>
        <p:spPr>
          <a:xfrm>
            <a:off x="5391912" y="2601468"/>
            <a:ext cx="1408176" cy="16550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884643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26" descr="{&quot;source_deck&quot;:&quot;rebuilt-slide-01.pptx&quot;,&quot;source_slide&quot;:1,&quot;source_shape_id&quot;:25,&quot;category&quot;:&quot;cards&quot;,&quot;id&quot;:&quot;card-0026&quot;}">
            <a:extLst>
              <a:ext uri="{FF2B5EF4-FFF2-40B4-BE49-F238E27FC236}">
                <a16:creationId xmlns:a16="http://schemas.microsoft.com/office/drawing/2014/main" id="{4A533110-F527-EB3C-6AB3-7AACC87A0FE7}"/>
              </a:ext>
            </a:extLst>
          </p:cNvPr>
          <p:cNvSpPr/>
          <p:nvPr/>
        </p:nvSpPr>
        <p:spPr>
          <a:xfrm>
            <a:off x="2351532" y="2304288"/>
            <a:ext cx="7488936" cy="22494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7BB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564218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56" descr="{&quot;source_deck&quot;:&quot;rebuilt-slide-01.pptx&quot;,&quot;source_slide&quot;:1,&quot;source_shape_id&quot;:70,&quot;category&quot;:&quot;cards&quot;,&quot;id&quot;:&quot;card-0056&quot;}">
            <a:extLst>
              <a:ext uri="{FF2B5EF4-FFF2-40B4-BE49-F238E27FC236}">
                <a16:creationId xmlns:a16="http://schemas.microsoft.com/office/drawing/2014/main" id="{0671B1B1-FA93-D152-D243-E5EBF633BC90}"/>
              </a:ext>
            </a:extLst>
          </p:cNvPr>
          <p:cNvSpPr/>
          <p:nvPr/>
        </p:nvSpPr>
        <p:spPr>
          <a:xfrm>
            <a:off x="2584704" y="1883664"/>
            <a:ext cx="7022592" cy="30906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7BB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371402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08" descr="{&quot;source_deck&quot;:&quot;rebuilt-slide-01.pptx&quot;,&quot;source_slide&quot;:1,&quot;source_shape_id&quot;:71,&quot;category&quot;:&quot;cards&quot;,&quot;id&quot;:&quot;card-0108&quot;}">
            <a:extLst>
              <a:ext uri="{FF2B5EF4-FFF2-40B4-BE49-F238E27FC236}">
                <a16:creationId xmlns:a16="http://schemas.microsoft.com/office/drawing/2014/main" id="{3B0A5AC1-16E2-CEB6-2BFE-7483C0BF49F2}"/>
              </a:ext>
            </a:extLst>
          </p:cNvPr>
          <p:cNvSpPr/>
          <p:nvPr/>
        </p:nvSpPr>
        <p:spPr>
          <a:xfrm>
            <a:off x="5026152" y="3255264"/>
            <a:ext cx="2139696" cy="347472"/>
          </a:xfrm>
          <a:prstGeom prst="roundRect">
            <a:avLst>
              <a:gd name="adj" fmla="val 8000"/>
            </a:avLst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85647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11" descr="{&quot;source_deck&quot;:&quot;rebuilt-slide-01.pptx&quot;,&quot;source_slide&quot;:1,&quot;source_shape_id&quot;:74,&quot;category&quot;:&quot;cards&quot;,&quot;id&quot;:&quot;card-0011&quot;}">
            <a:extLst>
              <a:ext uri="{FF2B5EF4-FFF2-40B4-BE49-F238E27FC236}">
                <a16:creationId xmlns:a16="http://schemas.microsoft.com/office/drawing/2014/main" id="{8A5858B7-4357-ABAD-C531-28902E9EAA92}"/>
              </a:ext>
            </a:extLst>
          </p:cNvPr>
          <p:cNvSpPr/>
          <p:nvPr/>
        </p:nvSpPr>
        <p:spPr>
          <a:xfrm>
            <a:off x="4792980" y="2327148"/>
            <a:ext cx="2606040" cy="2203704"/>
          </a:xfrm>
          <a:prstGeom prst="roundRect">
            <a:avLst>
              <a:gd name="adj" fmla="val 2500"/>
            </a:avLst>
          </a:prstGeom>
          <a:solidFill>
            <a:srgbClr val="FBFD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437952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11" descr="{&quot;source_deck&quot;:&quot;rebuilt-slide-01.pptx&quot;,&quot;source_slide&quot;:1,&quot;source_shape_id&quot;:75,&quot;category&quot;:&quot;cards&quot;,&quot;id&quot;:&quot;card-0111&quot;}">
            <a:extLst>
              <a:ext uri="{FF2B5EF4-FFF2-40B4-BE49-F238E27FC236}">
                <a16:creationId xmlns:a16="http://schemas.microsoft.com/office/drawing/2014/main" id="{9503AB8E-2A75-09B7-FEAC-7A6E3775633A}"/>
              </a:ext>
            </a:extLst>
          </p:cNvPr>
          <p:cNvSpPr/>
          <p:nvPr/>
        </p:nvSpPr>
        <p:spPr>
          <a:xfrm>
            <a:off x="4792980" y="3246120"/>
            <a:ext cx="2606040" cy="365760"/>
          </a:xfrm>
          <a:prstGeom prst="rect">
            <a:avLst/>
          </a:prstGeom>
          <a:solidFill>
            <a:srgbClr val="EFF6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914614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89" descr="{&quot;source_deck&quot;:&quot;rebuilt-slide-01.pptx&quot;,&quot;source_slide&quot;:1,&quot;source_shape_id&quot;:86,&quot;category&quot;:&quot;cards&quot;,&quot;id&quot;:&quot;card-0089&quot;}">
            <a:extLst>
              <a:ext uri="{FF2B5EF4-FFF2-40B4-BE49-F238E27FC236}">
                <a16:creationId xmlns:a16="http://schemas.microsoft.com/office/drawing/2014/main" id="{256C9A2B-EF9E-B8BB-61FF-C8EE05640867}"/>
              </a:ext>
            </a:extLst>
          </p:cNvPr>
          <p:cNvSpPr/>
          <p:nvPr/>
        </p:nvSpPr>
        <p:spPr>
          <a:xfrm>
            <a:off x="4203192" y="2327148"/>
            <a:ext cx="3785615" cy="220370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106758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48" descr="{&quot;source_deck&quot;:&quot;rebuilt-slide-01.pptx&quot;,&quot;source_slide&quot;:1,&quot;source_shape_id&quot;:87,&quot;category&quot;:&quot;cards&quot;,&quot;id&quot;:&quot;card-0048&quot;}">
            <a:extLst>
              <a:ext uri="{FF2B5EF4-FFF2-40B4-BE49-F238E27FC236}">
                <a16:creationId xmlns:a16="http://schemas.microsoft.com/office/drawing/2014/main" id="{74F80AEE-7584-2277-FAEF-3E452253A3BB}"/>
              </a:ext>
            </a:extLst>
          </p:cNvPr>
          <p:cNvSpPr/>
          <p:nvPr/>
        </p:nvSpPr>
        <p:spPr>
          <a:xfrm>
            <a:off x="4203192" y="3246120"/>
            <a:ext cx="3785615" cy="365760"/>
          </a:xfrm>
          <a:prstGeom prst="rect">
            <a:avLst/>
          </a:prstGeom>
          <a:solidFill>
            <a:srgbClr val="EFF6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076260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19" descr="{&quot;source_deck&quot;:&quot;rebuilt-slide-01.pptx&quot;,&quot;source_slide&quot;:1,&quot;source_shape_id&quot;:95,&quot;category&quot;:&quot;cards&quot;,&quot;id&quot;:&quot;card-0119&quot;}">
            <a:extLst>
              <a:ext uri="{FF2B5EF4-FFF2-40B4-BE49-F238E27FC236}">
                <a16:creationId xmlns:a16="http://schemas.microsoft.com/office/drawing/2014/main" id="{8A31D35A-8C28-BA33-B791-0DB4AA4F6368}"/>
              </a:ext>
            </a:extLst>
          </p:cNvPr>
          <p:cNvSpPr/>
          <p:nvPr/>
        </p:nvSpPr>
        <p:spPr>
          <a:xfrm>
            <a:off x="5753100" y="3268980"/>
            <a:ext cx="685800" cy="320040"/>
          </a:xfrm>
          <a:prstGeom prst="rect">
            <a:avLst/>
          </a:prstGeom>
          <a:solidFill>
            <a:srgbClr val="0068D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642211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82" descr="{&quot;source_deck&quot;:&quot;rebuilt-slide-01.pptx&quot;,&quot;source_slide&quot;:1,&quot;source_shape_id&quot;:97,&quot;category&quot;:&quot;cards&quot;,&quot;id&quot;:&quot;card-0082&quot;}">
            <a:extLst>
              <a:ext uri="{FF2B5EF4-FFF2-40B4-BE49-F238E27FC236}">
                <a16:creationId xmlns:a16="http://schemas.microsoft.com/office/drawing/2014/main" id="{6712D742-9388-BFAD-B782-CE90591BED00}"/>
              </a:ext>
            </a:extLst>
          </p:cNvPr>
          <p:cNvSpPr/>
          <p:nvPr/>
        </p:nvSpPr>
        <p:spPr>
          <a:xfrm>
            <a:off x="5757672" y="3268980"/>
            <a:ext cx="676656" cy="320040"/>
          </a:xfrm>
          <a:prstGeom prst="rect">
            <a:avLst/>
          </a:prstGeom>
          <a:solidFill>
            <a:srgbClr val="0068D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31343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75" descr="{&quot;source_deck&quot;:&quot;rebuilt-slide-01.pptx&quot;,&quot;source_slide&quot;:1,&quot;source_shape_id&quot;:153,&quot;category&quot;:&quot;cards&quot;,&quot;id&quot;:&quot;card-0075&quot;}">
            <a:extLst>
              <a:ext uri="{FF2B5EF4-FFF2-40B4-BE49-F238E27FC236}">
                <a16:creationId xmlns:a16="http://schemas.microsoft.com/office/drawing/2014/main" id="{E09053E8-34B8-D690-056A-6032013D7512}"/>
              </a:ext>
            </a:extLst>
          </p:cNvPr>
          <p:cNvSpPr/>
          <p:nvPr/>
        </p:nvSpPr>
        <p:spPr>
          <a:xfrm>
            <a:off x="2699004" y="1883664"/>
            <a:ext cx="6793992" cy="30906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7BB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033810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05" descr="{&quot;source_deck&quot;:&quot;rebuilt-slide-01.pptx&quot;,&quot;source_slide&quot;:1,&quot;source_shape_id&quot;:154,&quot;category&quot;:&quot;cards&quot;,&quot;id&quot;:&quot;card-0005&quot;}">
            <a:extLst>
              <a:ext uri="{FF2B5EF4-FFF2-40B4-BE49-F238E27FC236}">
                <a16:creationId xmlns:a16="http://schemas.microsoft.com/office/drawing/2014/main" id="{6BE53553-6408-BE83-69CE-1BB758BD7051}"/>
              </a:ext>
            </a:extLst>
          </p:cNvPr>
          <p:cNvSpPr/>
          <p:nvPr/>
        </p:nvSpPr>
        <p:spPr>
          <a:xfrm>
            <a:off x="4948428" y="3255264"/>
            <a:ext cx="2295144" cy="347472"/>
          </a:xfrm>
          <a:prstGeom prst="roundRect">
            <a:avLst>
              <a:gd name="adj" fmla="val 8000"/>
            </a:avLst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144766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10" descr="{&quot;source_deck&quot;:&quot;rebuilt-slide-01.pptx&quot;,&quot;source_slide&quot;:1,&quot;source_shape_id&quot;:157,&quot;category&quot;:&quot;cards&quot;,&quot;id&quot;:&quot;card-0010&quot;}">
            <a:extLst>
              <a:ext uri="{FF2B5EF4-FFF2-40B4-BE49-F238E27FC236}">
                <a16:creationId xmlns:a16="http://schemas.microsoft.com/office/drawing/2014/main" id="{BF4AB5CA-03B0-FB97-B2CE-B60560FBF342}"/>
              </a:ext>
            </a:extLst>
          </p:cNvPr>
          <p:cNvSpPr/>
          <p:nvPr/>
        </p:nvSpPr>
        <p:spPr>
          <a:xfrm>
            <a:off x="5396484" y="3223260"/>
            <a:ext cx="1399032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747430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76" descr="{&quot;source_deck&quot;:&quot;rebuilt-slide-01.pptx&quot;,&quot;source_slide&quot;:1,&quot;source_shape_id&quot;:160,&quot;category&quot;:&quot;cards&quot;,&quot;id&quot;:&quot;card-0076&quot;}">
            <a:extLst>
              <a:ext uri="{FF2B5EF4-FFF2-40B4-BE49-F238E27FC236}">
                <a16:creationId xmlns:a16="http://schemas.microsoft.com/office/drawing/2014/main" id="{B1A29DF1-048A-5F33-2171-3DCEFA6730E8}"/>
              </a:ext>
            </a:extLst>
          </p:cNvPr>
          <p:cNvSpPr/>
          <p:nvPr/>
        </p:nvSpPr>
        <p:spPr>
          <a:xfrm>
            <a:off x="5396484" y="3223260"/>
            <a:ext cx="1399032" cy="411480"/>
          </a:xfrm>
          <a:prstGeom prst="roundRect">
            <a:avLst>
              <a:gd name="adj" fmla="val 6000"/>
            </a:avLst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719857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27" descr="{&quot;source_deck&quot;:&quot;rebuilt-slide-01.pptx&quot;,&quot;source_slide&quot;:1,&quot;source_shape_id&quot;:169,&quot;category&quot;:&quot;cards&quot;,&quot;id&quot;:&quot;card-0027&quot;}">
            <a:extLst>
              <a:ext uri="{FF2B5EF4-FFF2-40B4-BE49-F238E27FC236}">
                <a16:creationId xmlns:a16="http://schemas.microsoft.com/office/drawing/2014/main" id="{4CB8D6A4-0B67-5A8A-EB0A-3A963251874C}"/>
              </a:ext>
            </a:extLst>
          </p:cNvPr>
          <p:cNvSpPr/>
          <p:nvPr/>
        </p:nvSpPr>
        <p:spPr>
          <a:xfrm>
            <a:off x="4774692" y="2272284"/>
            <a:ext cx="2642616" cy="23134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953836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44" descr="{&quot;source_deck&quot;:&quot;rebuilt-slide-01.pptx&quot;,&quot;source_slide&quot;:1,&quot;source_shape_id&quot;:171,&quot;category&quot;:&quot;cards&quot;,&quot;id&quot;:&quot;card-0044&quot;}">
            <a:extLst>
              <a:ext uri="{FF2B5EF4-FFF2-40B4-BE49-F238E27FC236}">
                <a16:creationId xmlns:a16="http://schemas.microsoft.com/office/drawing/2014/main" id="{B49AFC96-BAC9-55E1-E495-83E8484EB26B}"/>
              </a:ext>
            </a:extLst>
          </p:cNvPr>
          <p:cNvSpPr/>
          <p:nvPr/>
        </p:nvSpPr>
        <p:spPr>
          <a:xfrm>
            <a:off x="4930140" y="3273552"/>
            <a:ext cx="2331720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049145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77" descr="{&quot;source_deck&quot;:&quot;rebuilt-slide-01.pptx&quot;,&quot;source_slide&quot;:1,&quot;source_shape_id&quot;:174,&quot;category&quot;:&quot;cards&quot;,&quot;id&quot;:&quot;card-0077&quot;}">
            <a:extLst>
              <a:ext uri="{FF2B5EF4-FFF2-40B4-BE49-F238E27FC236}">
                <a16:creationId xmlns:a16="http://schemas.microsoft.com/office/drawing/2014/main" id="{D3669556-12F4-1585-9CE5-1243399437B7}"/>
              </a:ext>
            </a:extLst>
          </p:cNvPr>
          <p:cNvSpPr/>
          <p:nvPr/>
        </p:nvSpPr>
        <p:spPr>
          <a:xfrm>
            <a:off x="4930140" y="2967228"/>
            <a:ext cx="2331720" cy="9235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2CDF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481231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10" descr="{&quot;source_deck&quot;:&quot;rebuilt-slide-01.pptx&quot;,&quot;source_slide&quot;:1,&quot;source_shape_id&quot;:188,&quot;category&quot;:&quot;cards&quot;,&quot;id&quot;:&quot;card-0110&quot;}">
            <a:extLst>
              <a:ext uri="{FF2B5EF4-FFF2-40B4-BE49-F238E27FC236}">
                <a16:creationId xmlns:a16="http://schemas.microsoft.com/office/drawing/2014/main" id="{9446F060-ACCC-2675-7936-507DDAF8FBFD}"/>
              </a:ext>
            </a:extLst>
          </p:cNvPr>
          <p:cNvSpPr/>
          <p:nvPr/>
        </p:nvSpPr>
        <p:spPr>
          <a:xfrm>
            <a:off x="4998720" y="2272284"/>
            <a:ext cx="2194560" cy="23134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653963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33" descr="{&quot;source_deck&quot;:&quot;rebuilt-slide-01.pptx&quot;,&quot;source_slide&quot;:1,&quot;source_shape_id&quot;:189,&quot;category&quot;:&quot;cards&quot;,&quot;id&quot;:&quot;card-0033&quot;}">
            <a:extLst>
              <a:ext uri="{FF2B5EF4-FFF2-40B4-BE49-F238E27FC236}">
                <a16:creationId xmlns:a16="http://schemas.microsoft.com/office/drawing/2014/main" id="{129C5499-E82D-D2D5-91B7-0A7702BCE08C}"/>
              </a:ext>
            </a:extLst>
          </p:cNvPr>
          <p:cNvSpPr/>
          <p:nvPr/>
        </p:nvSpPr>
        <p:spPr>
          <a:xfrm>
            <a:off x="4998720" y="3209544"/>
            <a:ext cx="2194560" cy="438912"/>
          </a:xfrm>
          <a:prstGeom prst="rect">
            <a:avLst/>
          </a:prstGeom>
          <a:solidFill>
            <a:srgbClr val="E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707518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06" descr="{&quot;source_deck&quot;:&quot;rebuilt-slide-01.pptx&quot;,&quot;source_slide&quot;:1,&quot;source_shape_id&quot;:202,&quot;category&quot;:&quot;cards&quot;,&quot;id&quot;:&quot;card-0006&quot;}">
            <a:extLst>
              <a:ext uri="{FF2B5EF4-FFF2-40B4-BE49-F238E27FC236}">
                <a16:creationId xmlns:a16="http://schemas.microsoft.com/office/drawing/2014/main" id="{3A4BFEBC-D412-E519-023F-67CA4B179251}"/>
              </a:ext>
            </a:extLst>
          </p:cNvPr>
          <p:cNvSpPr/>
          <p:nvPr/>
        </p:nvSpPr>
        <p:spPr>
          <a:xfrm>
            <a:off x="2827020" y="3291840"/>
            <a:ext cx="6537960" cy="274320"/>
          </a:xfrm>
          <a:prstGeom prst="roundRect">
            <a:avLst>
              <a:gd name="adj" fmla="val 3500"/>
            </a:avLst>
          </a:prstGeom>
          <a:solidFill>
            <a:srgbClr val="EBF4FF"/>
          </a:solidFill>
          <a:ln w="9525">
            <a:solidFill>
              <a:srgbClr val="7BB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420437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67" descr="{&quot;source_deck&quot;:&quot;rebuilt-slide-01.pptx&quot;,&quot;source_slide&quot;:1,&quot;source_shape_id&quot;:206,&quot;category&quot;:&quot;cards&quot;,&quot;id&quot;:&quot;card-0067&quot;}">
            <a:extLst>
              <a:ext uri="{FF2B5EF4-FFF2-40B4-BE49-F238E27FC236}">
                <a16:creationId xmlns:a16="http://schemas.microsoft.com/office/drawing/2014/main" id="{EFEDAAB0-14BE-0AFD-ED90-DEF9D5EB32DC}"/>
              </a:ext>
            </a:extLst>
          </p:cNvPr>
          <p:cNvSpPr>
            <a:spLocks noChangeAspect="1"/>
          </p:cNvSpPr>
          <p:nvPr/>
        </p:nvSpPr>
        <p:spPr>
          <a:xfrm>
            <a:off x="1270000" y="2969833"/>
            <a:ext cx="9652000" cy="91833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7BB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947711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74" descr="{&quot;source_deck&quot;:&quot;rebuilt-slide-01.pptx&quot;,&quot;source_slide&quot;:1,&quot;source_shape_id&quot;:207,&quot;category&quot;:&quot;cards&quot;,&quot;id&quot;:&quot;card-0074&quot;}">
            <a:extLst>
              <a:ext uri="{FF2B5EF4-FFF2-40B4-BE49-F238E27FC236}">
                <a16:creationId xmlns:a16="http://schemas.microsoft.com/office/drawing/2014/main" id="{21AF4062-B276-6B67-A5D7-7E5687F279F9}"/>
              </a:ext>
            </a:extLst>
          </p:cNvPr>
          <p:cNvSpPr/>
          <p:nvPr/>
        </p:nvSpPr>
        <p:spPr>
          <a:xfrm>
            <a:off x="5039868" y="3255264"/>
            <a:ext cx="2112264" cy="347472"/>
          </a:xfrm>
          <a:prstGeom prst="roundRect">
            <a:avLst>
              <a:gd name="adj" fmla="val 8000"/>
            </a:avLst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789067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72" descr="{&quot;source_deck&quot;:&quot;rebuilt-slide-01.pptx&quot;,&quot;source_slide&quot;:1,&quot;source_shape_id&quot;:210,&quot;category&quot;:&quot;cards&quot;,&quot;id&quot;:&quot;card-0072&quot;}">
            <a:extLst>
              <a:ext uri="{FF2B5EF4-FFF2-40B4-BE49-F238E27FC236}">
                <a16:creationId xmlns:a16="http://schemas.microsoft.com/office/drawing/2014/main" id="{8328A83E-725E-148E-C02D-5D35D4CA7D63}"/>
              </a:ext>
            </a:extLst>
          </p:cNvPr>
          <p:cNvSpPr/>
          <p:nvPr/>
        </p:nvSpPr>
        <p:spPr>
          <a:xfrm>
            <a:off x="4459224" y="3008376"/>
            <a:ext cx="3273552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919034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07" descr="{&quot;source_deck&quot;:&quot;rebuilt-slide-01.pptx&quot;,&quot;source_slide&quot;:1,&quot;source_shape_id&quot;:214,&quot;category&quot;:&quot;cards&quot;,&quot;id&quot;:&quot;card-0107&quot;}">
            <a:extLst>
              <a:ext uri="{FF2B5EF4-FFF2-40B4-BE49-F238E27FC236}">
                <a16:creationId xmlns:a16="http://schemas.microsoft.com/office/drawing/2014/main" id="{F43D6524-1DCE-E411-0D70-E7676673ECC7}"/>
              </a:ext>
            </a:extLst>
          </p:cNvPr>
          <p:cNvSpPr/>
          <p:nvPr/>
        </p:nvSpPr>
        <p:spPr>
          <a:xfrm>
            <a:off x="4390644" y="3008376"/>
            <a:ext cx="3410712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567912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17" descr="{&quot;source_deck&quot;:&quot;rebuilt-slide-01.pptx&quot;,&quot;source_slide&quot;:1,&quot;source_shape_id&quot;:218,&quot;category&quot;:&quot;cards&quot;,&quot;id&quot;:&quot;card-0017&quot;}">
            <a:extLst>
              <a:ext uri="{FF2B5EF4-FFF2-40B4-BE49-F238E27FC236}">
                <a16:creationId xmlns:a16="http://schemas.microsoft.com/office/drawing/2014/main" id="{647CCC04-4F47-7AD2-5850-743E760F99B4}"/>
              </a:ext>
            </a:extLst>
          </p:cNvPr>
          <p:cNvSpPr/>
          <p:nvPr/>
        </p:nvSpPr>
        <p:spPr>
          <a:xfrm>
            <a:off x="4450080" y="3008376"/>
            <a:ext cx="3291840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860525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96" descr="{&quot;source_deck&quot;:&quot;rebuilt-slide-01.pptx&quot;,&quot;source_slide&quot;:1,&quot;source_shape_id&quot;:222,&quot;category&quot;:&quot;cards&quot;,&quot;id&quot;:&quot;card-0096&quot;}">
            <a:extLst>
              <a:ext uri="{FF2B5EF4-FFF2-40B4-BE49-F238E27FC236}">
                <a16:creationId xmlns:a16="http://schemas.microsoft.com/office/drawing/2014/main" id="{583C411A-039E-483B-D335-A8887D252ED3}"/>
              </a:ext>
            </a:extLst>
          </p:cNvPr>
          <p:cNvSpPr/>
          <p:nvPr/>
        </p:nvSpPr>
        <p:spPr>
          <a:xfrm>
            <a:off x="4514088" y="3008376"/>
            <a:ext cx="3163824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189995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28" descr="{&quot;source_deck&quot;:&quot;rebuilt-slide-01.pptx&quot;,&quot;source_slide&quot;:1,&quot;source_shape_id&quot;:226,&quot;category&quot;:&quot;cards&quot;,&quot;id&quot;:&quot;card-0028&quot;}">
            <a:extLst>
              <a:ext uri="{FF2B5EF4-FFF2-40B4-BE49-F238E27FC236}">
                <a16:creationId xmlns:a16="http://schemas.microsoft.com/office/drawing/2014/main" id="{043C4434-B108-FE77-3287-67712603E4A5}"/>
              </a:ext>
            </a:extLst>
          </p:cNvPr>
          <p:cNvSpPr>
            <a:spLocks noChangeAspect="1"/>
          </p:cNvSpPr>
          <p:nvPr/>
        </p:nvSpPr>
        <p:spPr>
          <a:xfrm>
            <a:off x="1270000" y="3186612"/>
            <a:ext cx="9652000" cy="484775"/>
          </a:xfrm>
          <a:prstGeom prst="roundRect">
            <a:avLst>
              <a:gd name="adj" fmla="val 4500"/>
            </a:avLst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109607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14" descr="{&quot;source_deck&quot;:&quot;rebuilt-slide-01.pptx&quot;,&quot;source_slide&quot;:1,&quot;source_shape_id&quot;:231,&quot;category&quot;:&quot;cards&quot;,&quot;id&quot;:&quot;card-0114&quot;}">
            <a:extLst>
              <a:ext uri="{FF2B5EF4-FFF2-40B4-BE49-F238E27FC236}">
                <a16:creationId xmlns:a16="http://schemas.microsoft.com/office/drawing/2014/main" id="{5F28595B-B4DA-2FBE-762C-0270E0591A49}"/>
              </a:ext>
            </a:extLst>
          </p:cNvPr>
          <p:cNvSpPr/>
          <p:nvPr/>
        </p:nvSpPr>
        <p:spPr>
          <a:xfrm>
            <a:off x="3681984" y="3195828"/>
            <a:ext cx="4828032" cy="466344"/>
          </a:xfrm>
          <a:prstGeom prst="roundRect">
            <a:avLst>
              <a:gd name="adj" fmla="val 18000"/>
            </a:avLst>
          </a:prstGeom>
          <a:solidFill>
            <a:srgbClr val="E8F4FF"/>
          </a:solidFill>
          <a:ln w="10160">
            <a:solidFill>
              <a:srgbClr val="AAC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273095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03" descr="{&quot;source_deck&quot;:&quot;rebuilt-slide-02.pptx&quot;,&quot;source_slide&quot;:1,&quot;source_shape_id&quot;:5,&quot;category&quot;:&quot;cards&quot;,&quot;id&quot;:&quot;card-0003&quot;}">
            <a:extLst>
              <a:ext uri="{FF2B5EF4-FFF2-40B4-BE49-F238E27FC236}">
                <a16:creationId xmlns:a16="http://schemas.microsoft.com/office/drawing/2014/main" id="{3FEDF870-DDB9-D30E-AB6C-E9AEACF5FD31}"/>
              </a:ext>
            </a:extLst>
          </p:cNvPr>
          <p:cNvSpPr>
            <a:spLocks noChangeAspect="1"/>
          </p:cNvSpPr>
          <p:nvPr/>
        </p:nvSpPr>
        <p:spPr>
          <a:xfrm>
            <a:off x="3431286" y="952500"/>
            <a:ext cx="5329428" cy="4953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0E5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134437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21" descr="{&quot;source_deck&quot;:&quot;rebuilt-slide-02.pptx&quot;,&quot;source_slide&quot;:1,&quot;source_shape_id&quot;:37,&quot;category&quot;:&quot;cards&quot;,&quot;id&quot;:&quot;card-0121&quot;}">
            <a:extLst>
              <a:ext uri="{FF2B5EF4-FFF2-40B4-BE49-F238E27FC236}">
                <a16:creationId xmlns:a16="http://schemas.microsoft.com/office/drawing/2014/main" id="{0364A548-7AE0-EA0D-DCD7-DB644CDB842F}"/>
              </a:ext>
            </a:extLst>
          </p:cNvPr>
          <p:cNvSpPr/>
          <p:nvPr/>
        </p:nvSpPr>
        <p:spPr>
          <a:xfrm>
            <a:off x="3310507" y="3195661"/>
            <a:ext cx="5570985" cy="466679"/>
          </a:xfrm>
          <a:prstGeom prst="roundRect">
            <a:avLst>
              <a:gd name="adj" fmla="val 4500"/>
            </a:avLst>
          </a:prstGeom>
          <a:solidFill>
            <a:srgbClr val="0E5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146665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70" descr="{&quot;source_deck&quot;:&quot;rebuilt-slide-02.pptx&quot;,&quot;source_slide&quot;:1,&quot;source_shape_id&quot;:40,&quot;category&quot;:&quot;cards&quot;,&quot;id&quot;:&quot;card-0070&quot;}">
            <a:extLst>
              <a:ext uri="{FF2B5EF4-FFF2-40B4-BE49-F238E27FC236}">
                <a16:creationId xmlns:a16="http://schemas.microsoft.com/office/drawing/2014/main" id="{9D02684D-8CAF-9DB2-7E99-0CF51F2EE896}"/>
              </a:ext>
            </a:extLst>
          </p:cNvPr>
          <p:cNvSpPr>
            <a:spLocks noChangeAspect="1"/>
          </p:cNvSpPr>
          <p:nvPr/>
        </p:nvSpPr>
        <p:spPr>
          <a:xfrm>
            <a:off x="3517138" y="952500"/>
            <a:ext cx="5157724" cy="4953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F05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12439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43" descr="{&quot;source_deck&quot;:&quot;rebuilt-slide-02.pptx&quot;,&quot;source_slide&quot;:1,&quot;source_shape_id&quot;:43,&quot;category&quot;:&quot;cards&quot;,&quot;id&quot;:&quot;card-0043&quot;}">
            <a:extLst>
              <a:ext uri="{FF2B5EF4-FFF2-40B4-BE49-F238E27FC236}">
                <a16:creationId xmlns:a16="http://schemas.microsoft.com/office/drawing/2014/main" id="{3AC38BDB-592D-4412-68DF-CBBA98EA70CD}"/>
              </a:ext>
            </a:extLst>
          </p:cNvPr>
          <p:cNvSpPr/>
          <p:nvPr/>
        </p:nvSpPr>
        <p:spPr>
          <a:xfrm>
            <a:off x="3456345" y="3144618"/>
            <a:ext cx="5279310" cy="568765"/>
          </a:xfrm>
          <a:prstGeom prst="roundRect">
            <a:avLst>
              <a:gd name="adj" fmla="val 3500"/>
            </a:avLst>
          </a:prstGeom>
          <a:solidFill>
            <a:srgbClr val="FFF5F0"/>
          </a:solidFill>
          <a:ln w="12700">
            <a:solidFill>
              <a:srgbClr val="F05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129351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09" descr="{&quot;source_deck&quot;:&quot;rebuilt-slide-02.pptx&quot;,&quot;source_slide&quot;:1,&quot;source_shape_id&quot;:46,&quot;category&quot;:&quot;cards&quot;,&quot;id&quot;:&quot;card-0009&quot;}">
            <a:extLst>
              <a:ext uri="{FF2B5EF4-FFF2-40B4-BE49-F238E27FC236}">
                <a16:creationId xmlns:a16="http://schemas.microsoft.com/office/drawing/2014/main" id="{E613377A-6B6D-3D5E-D0AF-48DD20B72CCF}"/>
              </a:ext>
            </a:extLst>
          </p:cNvPr>
          <p:cNvSpPr/>
          <p:nvPr/>
        </p:nvSpPr>
        <p:spPr>
          <a:xfrm>
            <a:off x="3376134" y="2080005"/>
            <a:ext cx="5439731" cy="269799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0E9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514940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81" descr="{&quot;source_deck&quot;:&quot;rebuilt-slide-02.pptx&quot;,&quot;source_slide&quot;:1,&quot;source_shape_id&quot;:49,&quot;category&quot;:&quot;cards&quot;,&quot;id&quot;:&quot;card-0081&quot;}">
            <a:extLst>
              <a:ext uri="{FF2B5EF4-FFF2-40B4-BE49-F238E27FC236}">
                <a16:creationId xmlns:a16="http://schemas.microsoft.com/office/drawing/2014/main" id="{C5E86A48-FF05-77A5-9EF0-885B00911CB0}"/>
              </a:ext>
            </a:extLst>
          </p:cNvPr>
          <p:cNvSpPr/>
          <p:nvPr/>
        </p:nvSpPr>
        <p:spPr>
          <a:xfrm>
            <a:off x="3470928" y="2852943"/>
            <a:ext cx="5250143" cy="1152114"/>
          </a:xfrm>
          <a:prstGeom prst="roundRect">
            <a:avLst>
              <a:gd name="adj" fmla="val 2500"/>
            </a:avLst>
          </a:prstGeom>
          <a:solidFill>
            <a:srgbClr val="F3FFF9"/>
          </a:solidFill>
          <a:ln w="12700">
            <a:solidFill>
              <a:srgbClr val="0E9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773780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103" descr="{&quot;source_deck&quot;:&quot;rebuilt-slide-02.pptx&quot;,&quot;source_slide&quot;:1,&quot;source_shape_id&quot;:51,&quot;category&quot;:&quot;cards&quot;,&quot;id&quot;:&quot;card-0103&quot;}">
            <a:extLst>
              <a:ext uri="{FF2B5EF4-FFF2-40B4-BE49-F238E27FC236}">
                <a16:creationId xmlns:a16="http://schemas.microsoft.com/office/drawing/2014/main" id="{130CE4FE-4E3D-C37D-5905-473902E64482}"/>
              </a:ext>
            </a:extLst>
          </p:cNvPr>
          <p:cNvSpPr/>
          <p:nvPr/>
        </p:nvSpPr>
        <p:spPr>
          <a:xfrm>
            <a:off x="3470928" y="3049823"/>
            <a:ext cx="5250143" cy="758354"/>
          </a:xfrm>
          <a:prstGeom prst="roundRect">
            <a:avLst>
              <a:gd name="adj" fmla="val 2500"/>
            </a:avLst>
          </a:prstGeom>
          <a:solidFill>
            <a:srgbClr val="FFFDF4"/>
          </a:solidFill>
          <a:ln w="13970">
            <a:solidFill>
              <a:srgbClr val="F59E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376293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040" descr="{&quot;source_deck&quot;:&quot;rebuilt-slide-02.pptx&quot;,&quot;source_slide&quot;:1,&quot;source_shape_id&quot;:54,&quot;category&quot;:&quot;cards&quot;,&quot;id&quot;:&quot;card-0040&quot;}">
            <a:extLst>
              <a:ext uri="{FF2B5EF4-FFF2-40B4-BE49-F238E27FC236}">
                <a16:creationId xmlns:a16="http://schemas.microsoft.com/office/drawing/2014/main" id="{B113B873-4DFF-89F7-38F5-B04AC810D9FD}"/>
              </a:ext>
            </a:extLst>
          </p:cNvPr>
          <p:cNvSpPr/>
          <p:nvPr/>
        </p:nvSpPr>
        <p:spPr>
          <a:xfrm>
            <a:off x="3376134" y="2962321"/>
            <a:ext cx="5439731" cy="93335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0E9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44819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86"/>
  <p:tag name="CATEGORY" val="card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34"/>
  <p:tag name="CATEGORY" val="card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18"/>
  <p:tag name="CATEGORY" val="card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83"/>
  <p:tag name="CATEGORY" val="card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02"/>
  <p:tag name="CATEGORY" val="card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25"/>
  <p:tag name="CATEGORY" val="card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93"/>
  <p:tag name="CATEGORY" val="card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45"/>
  <p:tag name="CATEGORY" val="card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42"/>
  <p:tag name="CATEGORY" val="cards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38"/>
  <p:tag name="CATEGORY" val="cards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51"/>
  <p:tag name="CATEGORY" val="card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20"/>
  <p:tag name="CATEGORY" val="cards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99"/>
  <p:tag name="CATEGORY" val="cards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63"/>
  <p:tag name="CATEGORY" val="card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15"/>
  <p:tag name="CATEGORY" val="cards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41"/>
  <p:tag name="CATEGORY" val="cards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92"/>
  <p:tag name="CATEGORY" val="cards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39"/>
  <p:tag name="CATEGORY" val="cards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53"/>
  <p:tag name="CATEGORY" val="cards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88"/>
  <p:tag name="CATEGORY" val="cards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94"/>
  <p:tag name="CATEGORY" val="cards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30"/>
  <p:tag name="CATEGORY" val="cards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64"/>
  <p:tag name="CATEGORY" val="cards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65"/>
  <p:tag name="CATEGORY" val="cards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23"/>
  <p:tag name="CATEGORY" val="cards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46"/>
  <p:tag name="CATEGORY" val="cards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87"/>
  <p:tag name="CATEGORY" val="cards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15"/>
  <p:tag name="CATEGORY" val="cards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08"/>
  <p:tag name="CATEGORY" val="cards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68"/>
  <p:tag name="CATEGORY" val="cards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71"/>
  <p:tag name="CATEGORY" val="cards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21"/>
  <p:tag name="CATEGORY" val="cards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20"/>
  <p:tag name="CATEGORY" val="cards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73"/>
  <p:tag name="CATEGORY" val="cards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95"/>
  <p:tag name="CATEGORY" val="cards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17"/>
  <p:tag name="CATEGORY" val="cards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12"/>
  <p:tag name="CATEGORY" val="cards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09"/>
  <p:tag name="CATEGORY" val="cards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35"/>
  <p:tag name="CATEGORY" val="cards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04"/>
  <p:tag name="CATEGORY" val="cards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22"/>
  <p:tag name="CATEGORY" val="cards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02"/>
  <p:tag name="CATEGORY" val="cards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52"/>
  <p:tag name="CATEGORY" val="cards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50"/>
  <p:tag name="CATEGORY" val="cards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59"/>
  <p:tag name="CATEGORY" val="cards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57"/>
  <p:tag name="CATEGORY" val="cards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29"/>
  <p:tag name="CATEGORY" val="cards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16"/>
  <p:tag name="CATEGORY" val="cards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84"/>
  <p:tag name="CATEGORY" val="cards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01"/>
  <p:tag name="CATEGORY" val="cards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91"/>
  <p:tag name="CATEGORY" val="cards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13"/>
  <p:tag name="CATEGORY" val="cards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32"/>
  <p:tag name="CATEGORY" val="cards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18"/>
  <p:tag name="CATEGORY" val="cards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36"/>
  <p:tag name="CATEGORY" val="cards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00"/>
  <p:tag name="CATEGORY" val="cards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61"/>
  <p:tag name="CATEGORY" val="cards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97"/>
  <p:tag name="CATEGORY" val="cards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55"/>
  <p:tag name="CATEGORY" val="cards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54"/>
  <p:tag name="CATEGORY" val="cards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13"/>
  <p:tag name="CATEGORY" val="cards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05"/>
  <p:tag name="CATEGORY" val="cards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07"/>
  <p:tag name="CATEGORY" val="cards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62"/>
  <p:tag name="CATEGORY" val="cards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90"/>
  <p:tag name="CATEGORY" val="cards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66"/>
  <p:tag name="CATEGORY" val="cards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14"/>
  <p:tag name="CATEGORY" val="cards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31"/>
  <p:tag name="CATEGORY" val="cards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01"/>
  <p:tag name="CATEGORY" val="cards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98"/>
  <p:tag name="CATEGORY" val="cards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69"/>
  <p:tag name="CATEGORY" val="cards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78"/>
  <p:tag name="CATEGORY" val="cards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79"/>
  <p:tag name="CATEGORY" val="cards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49"/>
  <p:tag name="CATEGORY" val="cards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85"/>
  <p:tag name="CATEGORY" val="cards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24"/>
  <p:tag name="CATEGORY" val="cards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47"/>
  <p:tag name="CATEGORY" val="cards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06"/>
  <p:tag name="CATEGORY" val="cards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37"/>
  <p:tag name="CATEGORY" val="cards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58"/>
  <p:tag name="CATEGORY" val="cards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04"/>
  <p:tag name="CATEGORY" val="cards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80"/>
  <p:tag name="CATEGORY" val="cards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19"/>
  <p:tag name="CATEGORY" val="cards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12"/>
  <p:tag name="CATEGORY" val="cards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60"/>
  <p:tag name="CATEGORY" val="cards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16"/>
  <p:tag name="CATEGORY" val="cards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26"/>
  <p:tag name="CATEGORY" val="cards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56"/>
  <p:tag name="CATEGORY" val="cards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08"/>
  <p:tag name="CATEGORY" val="cards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11"/>
  <p:tag name="CATEGORY" val="cards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11"/>
  <p:tag name="CATEGORY" val="cards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89"/>
  <p:tag name="CATEGORY" val="cards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48"/>
  <p:tag name="CATEGORY" val="cards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19"/>
  <p:tag name="CATEGORY" val="cards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82"/>
  <p:tag name="CATEGORY" val="cards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75"/>
  <p:tag name="CATEGORY" val="cards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05"/>
  <p:tag name="CATEGORY" val="cards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10"/>
  <p:tag name="CATEGORY" val="cards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76"/>
  <p:tag name="CATEGORY" val="cards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27"/>
  <p:tag name="CATEGORY" val="cards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44"/>
  <p:tag name="CATEGORY" val="cards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77"/>
  <p:tag name="CATEGORY" val="cards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10"/>
  <p:tag name="CATEGORY" val="cards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33"/>
  <p:tag name="CATEGORY" val="cards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06"/>
  <p:tag name="CATEGORY" val="cards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67"/>
  <p:tag name="CATEGORY" val="cards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74"/>
  <p:tag name="CATEGORY" val="cards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72"/>
  <p:tag name="CATEGORY" val="cards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07"/>
  <p:tag name="CATEGORY" val="cards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17"/>
  <p:tag name="CATEGORY" val="cards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96"/>
  <p:tag name="CATEGORY" val="cards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28"/>
  <p:tag name="CATEGORY" val="cards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14"/>
  <p:tag name="CATEGORY" val="cards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03"/>
  <p:tag name="CATEGORY" val="cards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21"/>
  <p:tag name="CATEGORY" val="cards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70"/>
  <p:tag name="CATEGORY" val="cards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43"/>
  <p:tag name="CATEGORY" val="cards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09"/>
  <p:tag name="CATEGORY" val="cards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81"/>
  <p:tag name="CATEGORY" val="cards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103"/>
  <p:tag name="CATEGORY" val="cards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ard-0040"/>
  <p:tag name="CATEGORY" val="cards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121</vt:i4>
      </vt:variant>
    </vt:vector>
  </HeadingPairs>
  <TitlesOfParts>
    <vt:vector size="12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chenyang qu</dc:creator>
  <cp:lastModifiedBy>chenyang qu</cp:lastModifiedBy>
  <cp:revision>1</cp:revision>
  <dcterms:created xsi:type="dcterms:W3CDTF">2026-08-22T06:14:38Z</dcterms:created>
  <dcterms:modified xsi:type="dcterms:W3CDTF">2026-08-22T06:14:38Z</dcterms:modified>
</cp:coreProperties>
</file>